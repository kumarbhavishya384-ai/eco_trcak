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62" r:id="rId9"/>
    <p:sldId id="263" r:id="rId10"/>
    <p:sldId id="270" r:id="rId11"/>
    <p:sldId id="271" r:id="rId12"/>
    <p:sldId id="264" r:id="rId13"/>
    <p:sldId id="265" r:id="rId14"/>
    <p:sldId id="266" r:id="rId15"/>
    <p:sldId id="267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D1A4FC-6413-42B0-A12E-5C1C8D978F7F}" v="9" dt="2026-03-09T04:58:49.2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10"/>
  </p:normalViewPr>
  <p:slideViewPr>
    <p:cSldViewPr snapToGrid="0" snapToObjects="1">
      <p:cViewPr>
        <p:scale>
          <a:sx n="115" d="100"/>
          <a:sy n="115" d="100"/>
        </p:scale>
        <p:origin x="45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TYA SINGH" userId="369a6a1a915cd243" providerId="LiveId" clId="{AA1C8823-3B61-4950-9D81-BE5729D0FAFE}"/>
    <pc:docChg chg="undo custSel addSld delSld modSld">
      <pc:chgData name="ADITYA SINGH" userId="369a6a1a915cd243" providerId="LiveId" clId="{AA1C8823-3B61-4950-9D81-BE5729D0FAFE}" dt="2026-03-09T05:17:51.582" v="723" actId="14100"/>
      <pc:docMkLst>
        <pc:docMk/>
      </pc:docMkLst>
      <pc:sldChg chg="delSp modSp mod">
        <pc:chgData name="ADITYA SINGH" userId="369a6a1a915cd243" providerId="LiveId" clId="{AA1C8823-3B61-4950-9D81-BE5729D0FAFE}" dt="2026-03-09T04:00:25.889" v="4" actId="478"/>
        <pc:sldMkLst>
          <pc:docMk/>
          <pc:sldMk cId="0" sldId="256"/>
        </pc:sldMkLst>
        <pc:spChg chg="del">
          <ac:chgData name="ADITYA SINGH" userId="369a6a1a915cd243" providerId="LiveId" clId="{AA1C8823-3B61-4950-9D81-BE5729D0FAFE}" dt="2026-03-09T04:00:05.599" v="0" actId="478"/>
          <ac:spMkLst>
            <pc:docMk/>
            <pc:sldMk cId="0" sldId="256"/>
            <ac:spMk id="7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00:25.889" v="4" actId="478"/>
          <ac:spMkLst>
            <pc:docMk/>
            <pc:sldMk cId="0" sldId="256"/>
            <ac:spMk id="8" creationId="{00000000-0000-0000-0000-000000000000}"/>
          </ac:spMkLst>
        </pc:spChg>
        <pc:spChg chg="del mod">
          <ac:chgData name="ADITYA SINGH" userId="369a6a1a915cd243" providerId="LiveId" clId="{AA1C8823-3B61-4950-9D81-BE5729D0FAFE}" dt="2026-03-09T04:00:17.151" v="2" actId="478"/>
          <ac:spMkLst>
            <pc:docMk/>
            <pc:sldMk cId="0" sldId="256"/>
            <ac:spMk id="9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00:23.344" v="3" actId="478"/>
          <ac:spMkLst>
            <pc:docMk/>
            <pc:sldMk cId="0" sldId="256"/>
            <ac:spMk id="10" creationId="{00000000-0000-0000-0000-000000000000}"/>
          </ac:spMkLst>
        </pc:spChg>
      </pc:sldChg>
      <pc:sldChg chg="modSp mod">
        <pc:chgData name="ADITYA SINGH" userId="369a6a1a915cd243" providerId="LiveId" clId="{AA1C8823-3B61-4950-9D81-BE5729D0FAFE}" dt="2026-03-09T05:12:09.787" v="702" actId="1076"/>
        <pc:sldMkLst>
          <pc:docMk/>
          <pc:sldMk cId="0" sldId="257"/>
        </pc:sldMkLst>
        <pc:spChg chg="mod">
          <ac:chgData name="ADITYA SINGH" userId="369a6a1a915cd243" providerId="LiveId" clId="{AA1C8823-3B61-4950-9D81-BE5729D0FAFE}" dt="2026-03-09T05:12:09.787" v="702" actId="107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32:09.536" v="154" actId="20577"/>
          <ac:spMkLst>
            <pc:docMk/>
            <pc:sldMk cId="0" sldId="257"/>
            <ac:spMk id="28" creationId="{00000000-0000-0000-0000-000000000000}"/>
          </ac:spMkLst>
        </pc:spChg>
      </pc:sldChg>
      <pc:sldChg chg="addSp delSp modSp mod">
        <pc:chgData name="ADITYA SINGH" userId="369a6a1a915cd243" providerId="LiveId" clId="{AA1C8823-3B61-4950-9D81-BE5729D0FAFE}" dt="2026-03-09T04:14:49.453" v="53" actId="20577"/>
        <pc:sldMkLst>
          <pc:docMk/>
          <pc:sldMk cId="0" sldId="260"/>
        </pc:sldMkLst>
        <pc:spChg chg="add del">
          <ac:chgData name="ADITYA SINGH" userId="369a6a1a915cd243" providerId="LiveId" clId="{AA1C8823-3B61-4950-9D81-BE5729D0FAFE}" dt="2026-03-09T04:14:26.091" v="13" actId="478"/>
          <ac:spMkLst>
            <pc:docMk/>
            <pc:sldMk cId="0" sldId="260"/>
            <ac:spMk id="33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14:33.676" v="27" actId="20577"/>
          <ac:spMkLst>
            <pc:docMk/>
            <pc:sldMk cId="0" sldId="260"/>
            <ac:spMk id="36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14:49.453" v="53" actId="20577"/>
          <ac:spMkLst>
            <pc:docMk/>
            <pc:sldMk cId="0" sldId="260"/>
            <ac:spMk id="37" creationId="{00000000-0000-0000-0000-000000000000}"/>
          </ac:spMkLst>
        </pc:spChg>
      </pc:sldChg>
      <pc:sldChg chg="modSp mod">
        <pc:chgData name="ADITYA SINGH" userId="369a6a1a915cd243" providerId="LiveId" clId="{AA1C8823-3B61-4950-9D81-BE5729D0FAFE}" dt="2026-03-09T04:20:39.801" v="139" actId="20577"/>
        <pc:sldMkLst>
          <pc:docMk/>
          <pc:sldMk cId="0" sldId="261"/>
        </pc:sldMkLst>
        <pc:spChg chg="mod">
          <ac:chgData name="ADITYA SINGH" userId="369a6a1a915cd243" providerId="LiveId" clId="{AA1C8823-3B61-4950-9D81-BE5729D0FAFE}" dt="2026-03-09T04:15:52.748" v="80" actId="20577"/>
          <ac:spMkLst>
            <pc:docMk/>
            <pc:sldMk cId="0" sldId="261"/>
            <ac:spMk id="6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16:40.638" v="82" actId="20577"/>
          <ac:spMkLst>
            <pc:docMk/>
            <pc:sldMk cId="0" sldId="261"/>
            <ac:spMk id="10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20:39.801" v="139" actId="20577"/>
          <ac:spMkLst>
            <pc:docMk/>
            <pc:sldMk cId="0" sldId="261"/>
            <ac:spMk id="14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03:09.133" v="5" actId="1038"/>
          <ac:spMkLst>
            <pc:docMk/>
            <pc:sldMk cId="0" sldId="261"/>
            <ac:spMk id="15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03:18.820" v="11" actId="20577"/>
          <ac:spMkLst>
            <pc:docMk/>
            <pc:sldMk cId="0" sldId="261"/>
            <ac:spMk id="17" creationId="{00000000-0000-0000-0000-000000000000}"/>
          </ac:spMkLst>
        </pc:spChg>
      </pc:sldChg>
      <pc:sldChg chg="modSp mod">
        <pc:chgData name="ADITYA SINGH" userId="369a6a1a915cd243" providerId="LiveId" clId="{AA1C8823-3B61-4950-9D81-BE5729D0FAFE}" dt="2026-03-09T04:29:39.393" v="148" actId="255"/>
        <pc:sldMkLst>
          <pc:docMk/>
          <pc:sldMk cId="0" sldId="262"/>
        </pc:sldMkLst>
        <pc:spChg chg="mod">
          <ac:chgData name="ADITYA SINGH" userId="369a6a1a915cd243" providerId="LiveId" clId="{AA1C8823-3B61-4950-9D81-BE5729D0FAFE}" dt="2026-03-09T04:23:09.739" v="147" actId="20577"/>
          <ac:spMkLst>
            <pc:docMk/>
            <pc:sldMk cId="0" sldId="262"/>
            <ac:spMk id="20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29:39.393" v="148" actId="255"/>
          <ac:spMkLst>
            <pc:docMk/>
            <pc:sldMk cId="0" sldId="262"/>
            <ac:spMk id="33" creationId="{00000000-0000-0000-0000-000000000000}"/>
          </ac:spMkLst>
        </pc:spChg>
      </pc:sldChg>
      <pc:sldChg chg="addSp delSp modSp mod">
        <pc:chgData name="ADITYA SINGH" userId="369a6a1a915cd243" providerId="LiveId" clId="{AA1C8823-3B61-4950-9D81-BE5729D0FAFE}" dt="2026-03-09T04:51:06.670" v="254" actId="255"/>
        <pc:sldMkLst>
          <pc:docMk/>
          <pc:sldMk cId="0" sldId="263"/>
        </pc:sldMkLst>
        <pc:spChg chg="mod">
          <ac:chgData name="ADITYA SINGH" userId="369a6a1a915cd243" providerId="LiveId" clId="{AA1C8823-3B61-4950-9D81-BE5729D0FAFE}" dt="2026-03-09T04:49:21.465" v="241" actId="6549"/>
          <ac:spMkLst>
            <pc:docMk/>
            <pc:sldMk cId="0" sldId="263"/>
            <ac:spMk id="3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49:40.281" v="244" actId="14100"/>
          <ac:spMkLst>
            <pc:docMk/>
            <pc:sldMk cId="0" sldId="263"/>
            <ac:spMk id="4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48:41.675" v="236" actId="14100"/>
          <ac:spMkLst>
            <pc:docMk/>
            <pc:sldMk cId="0" sldId="263"/>
            <ac:spMk id="6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39:12.121" v="166" actId="20577"/>
          <ac:spMkLst>
            <pc:docMk/>
            <pc:sldMk cId="0" sldId="263"/>
            <ac:spMk id="9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39:38.688" v="185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50:56.212" v="253" actId="255"/>
          <ac:spMkLst>
            <pc:docMk/>
            <pc:sldMk cId="0" sldId="263"/>
            <ac:spMk id="11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51:06.670" v="254" actId="255"/>
          <ac:spMkLst>
            <pc:docMk/>
            <pc:sldMk cId="0" sldId="263"/>
            <ac:spMk id="12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4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5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6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7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8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9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20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21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41.643" v="208" actId="478"/>
          <ac:spMkLst>
            <pc:docMk/>
            <pc:sldMk cId="0" sldId="263"/>
            <ac:spMk id="22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9.648" v="210" actId="478"/>
          <ac:spMkLst>
            <pc:docMk/>
            <pc:sldMk cId="0" sldId="263"/>
            <ac:spMk id="23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4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5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6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7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8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9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30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1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2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3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4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5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6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7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8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9" creationId="{00000000-0000-0000-0000-000000000000}"/>
          </ac:spMkLst>
        </pc:spChg>
        <pc:spChg chg="add mod">
          <ac:chgData name="ADITYA SINGH" userId="369a6a1a915cd243" providerId="LiveId" clId="{AA1C8823-3B61-4950-9D81-BE5729D0FAFE}" dt="2026-03-09T04:46:10.036" v="212" actId="571"/>
          <ac:spMkLst>
            <pc:docMk/>
            <pc:sldMk cId="0" sldId="263"/>
            <ac:spMk id="44" creationId="{FFDD676B-E19E-45FA-1710-5A9962E691C0}"/>
          </ac:spMkLst>
        </pc:spChg>
        <pc:picChg chg="add mod modCrop">
          <ac:chgData name="ADITYA SINGH" userId="369a6a1a915cd243" providerId="LiveId" clId="{AA1C8823-3B61-4950-9D81-BE5729D0FAFE}" dt="2026-03-09T04:50:39.921" v="252" actId="14100"/>
          <ac:picMkLst>
            <pc:docMk/>
            <pc:sldMk cId="0" sldId="263"/>
            <ac:picMk id="43" creationId="{8A520611-F62E-3C30-F498-C5CA8C4AF828}"/>
          </ac:picMkLst>
        </pc:picChg>
      </pc:sldChg>
      <pc:sldChg chg="modSp mod">
        <pc:chgData name="ADITYA SINGH" userId="369a6a1a915cd243" providerId="LiveId" clId="{AA1C8823-3B61-4950-9D81-BE5729D0FAFE}" dt="2026-03-09T05:07:01.407" v="621" actId="6549"/>
        <pc:sldMkLst>
          <pc:docMk/>
          <pc:sldMk cId="0" sldId="264"/>
        </pc:sldMkLst>
        <pc:spChg chg="mod">
          <ac:chgData name="ADITYA SINGH" userId="369a6a1a915cd243" providerId="LiveId" clId="{AA1C8823-3B61-4950-9D81-BE5729D0FAFE}" dt="2026-03-09T05:06:53.346" v="619" actId="6549"/>
          <ac:spMkLst>
            <pc:docMk/>
            <pc:sldMk cId="0" sldId="264"/>
            <ac:spMk id="12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06:57.367" v="620" actId="6549"/>
          <ac:spMkLst>
            <pc:docMk/>
            <pc:sldMk cId="0" sldId="264"/>
            <ac:spMk id="21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07:01.407" v="621" actId="6549"/>
          <ac:spMkLst>
            <pc:docMk/>
            <pc:sldMk cId="0" sldId="264"/>
            <ac:spMk id="30" creationId="{00000000-0000-0000-0000-000000000000}"/>
          </ac:spMkLst>
        </pc:spChg>
      </pc:sldChg>
      <pc:sldChg chg="modSp mod">
        <pc:chgData name="ADITYA SINGH" userId="369a6a1a915cd243" providerId="LiveId" clId="{AA1C8823-3B61-4950-9D81-BE5729D0FAFE}" dt="2026-03-09T05:11:42.473" v="700" actId="20577"/>
        <pc:sldMkLst>
          <pc:docMk/>
          <pc:sldMk cId="0" sldId="265"/>
        </pc:sldMkLst>
        <pc:spChg chg="mod">
          <ac:chgData name="ADITYA SINGH" userId="369a6a1a915cd243" providerId="LiveId" clId="{AA1C8823-3B61-4950-9D81-BE5729D0FAFE}" dt="2026-03-09T05:08:22.997" v="624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08:59.197" v="653" actId="20577"/>
          <ac:spMkLst>
            <pc:docMk/>
            <pc:sldMk cId="0" sldId="265"/>
            <ac:spMk id="8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1:42.473" v="700" actId="20577"/>
          <ac:spMkLst>
            <pc:docMk/>
            <pc:sldMk cId="0" sldId="265"/>
            <ac:spMk id="13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09:50.985" v="662" actId="20577"/>
          <ac:spMkLst>
            <pc:docMk/>
            <pc:sldMk cId="0" sldId="265"/>
            <ac:spMk id="26" creationId="{00000000-0000-0000-0000-000000000000}"/>
          </ac:spMkLst>
        </pc:spChg>
      </pc:sldChg>
      <pc:sldChg chg="delSp modSp mod">
        <pc:chgData name="ADITYA SINGH" userId="369a6a1a915cd243" providerId="LiveId" clId="{AA1C8823-3B61-4950-9D81-BE5729D0FAFE}" dt="2026-03-09T05:17:51.582" v="723" actId="14100"/>
        <pc:sldMkLst>
          <pc:docMk/>
          <pc:sldMk cId="0" sldId="267"/>
        </pc:sldMkLst>
        <pc:spChg chg="del">
          <ac:chgData name="ADITYA SINGH" userId="369a6a1a915cd243" providerId="LiveId" clId="{AA1C8823-3B61-4950-9D81-BE5729D0FAFE}" dt="2026-03-09T05:15:27.543" v="705" actId="478"/>
          <ac:spMkLst>
            <pc:docMk/>
            <pc:sldMk cId="0" sldId="267"/>
            <ac:spMk id="10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30.588" v="706" actId="478"/>
          <ac:spMkLst>
            <pc:docMk/>
            <pc:sldMk cId="0" sldId="267"/>
            <ac:spMk id="11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25.216" v="704" actId="478"/>
          <ac:spMkLst>
            <pc:docMk/>
            <pc:sldMk cId="0" sldId="267"/>
            <ac:spMk id="12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25.216" v="704" actId="478"/>
          <ac:spMkLst>
            <pc:docMk/>
            <pc:sldMk cId="0" sldId="267"/>
            <ac:spMk id="13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35.787" v="708" actId="478"/>
          <ac:spMkLst>
            <pc:docMk/>
            <pc:sldMk cId="0" sldId="267"/>
            <ac:spMk id="14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33.591" v="707" actId="478"/>
          <ac:spMkLst>
            <pc:docMk/>
            <pc:sldMk cId="0" sldId="267"/>
            <ac:spMk id="15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25.216" v="704" actId="478"/>
          <ac:spMkLst>
            <pc:docMk/>
            <pc:sldMk cId="0" sldId="267"/>
            <ac:spMk id="16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25.216" v="704" actId="478"/>
          <ac:spMkLst>
            <pc:docMk/>
            <pc:sldMk cId="0" sldId="267"/>
            <ac:spMk id="17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7:51.582" v="723" actId="14100"/>
          <ac:spMkLst>
            <pc:docMk/>
            <pc:sldMk cId="0" sldId="267"/>
            <ac:spMk id="18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7:37.676" v="722" actId="14100"/>
          <ac:spMkLst>
            <pc:docMk/>
            <pc:sldMk cId="0" sldId="267"/>
            <ac:spMk id="19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6:47.072" v="717" actId="1076"/>
          <ac:spMkLst>
            <pc:docMk/>
            <pc:sldMk cId="0" sldId="267"/>
            <ac:spMk id="20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7:06.057" v="719" actId="255"/>
          <ac:spMkLst>
            <pc:docMk/>
            <pc:sldMk cId="0" sldId="267"/>
            <ac:spMk id="21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6:18.109" v="714" actId="1076"/>
          <ac:spMkLst>
            <pc:docMk/>
            <pc:sldMk cId="0" sldId="267"/>
            <ac:spMk id="22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4:40.756" v="703" actId="6549"/>
          <ac:spMkLst>
            <pc:docMk/>
            <pc:sldMk cId="0" sldId="267"/>
            <ac:spMk id="23" creationId="{00000000-0000-0000-0000-000000000000}"/>
          </ac:spMkLst>
        </pc:spChg>
      </pc:sldChg>
      <pc:sldChg chg="addSp delSp modSp add del mod">
        <pc:chgData name="ADITYA SINGH" userId="369a6a1a915cd243" providerId="LiveId" clId="{AA1C8823-3B61-4950-9D81-BE5729D0FAFE}" dt="2026-03-09T05:01:48.009" v="396" actId="47"/>
        <pc:sldMkLst>
          <pc:docMk/>
          <pc:sldMk cId="1196327768" sldId="268"/>
        </pc:sldMkLst>
        <pc:spChg chg="add del">
          <ac:chgData name="ADITYA SINGH" userId="369a6a1a915cd243" providerId="LiveId" clId="{AA1C8823-3B61-4950-9D81-BE5729D0FAFE}" dt="2026-03-09T04:45:31.496" v="207" actId="478"/>
          <ac:spMkLst>
            <pc:docMk/>
            <pc:sldMk cId="1196327768" sldId="268"/>
            <ac:spMk id="4" creationId="{6C6E95F4-DDFF-50F0-6AFC-94F6D835A9F7}"/>
          </ac:spMkLst>
        </pc:spChg>
        <pc:spChg chg="del">
          <ac:chgData name="ADITYA SINGH" userId="369a6a1a915cd243" providerId="LiveId" clId="{AA1C8823-3B61-4950-9D81-BE5729D0FAFE}" dt="2026-03-09T04:43:53.416" v="195" actId="478"/>
          <ac:spMkLst>
            <pc:docMk/>
            <pc:sldMk cId="1196327768" sldId="268"/>
            <ac:spMk id="22" creationId="{64D52785-9FF5-066F-A2A2-F1F3AF90A272}"/>
          </ac:spMkLst>
        </pc:spChg>
        <pc:spChg chg="del">
          <ac:chgData name="ADITYA SINGH" userId="369a6a1a915cd243" providerId="LiveId" clId="{AA1C8823-3B61-4950-9D81-BE5729D0FAFE}" dt="2026-03-09T04:44:52.921" v="198" actId="478"/>
          <ac:spMkLst>
            <pc:docMk/>
            <pc:sldMk cId="1196327768" sldId="268"/>
            <ac:spMk id="23" creationId="{F9E015CC-F655-8BA8-CEA9-208CF43363C8}"/>
          </ac:spMkLst>
        </pc:spChg>
        <pc:spChg chg="del">
          <ac:chgData name="ADITYA SINGH" userId="369a6a1a915cd243" providerId="LiveId" clId="{AA1C8823-3B61-4950-9D81-BE5729D0FAFE}" dt="2026-03-09T04:43:57.133" v="196" actId="478"/>
          <ac:spMkLst>
            <pc:docMk/>
            <pc:sldMk cId="1196327768" sldId="268"/>
            <ac:spMk id="24" creationId="{F597D773-7D12-C79B-896B-697168613233}"/>
          </ac:spMkLst>
        </pc:spChg>
        <pc:spChg chg="del">
          <ac:chgData name="ADITYA SINGH" userId="369a6a1a915cd243" providerId="LiveId" clId="{AA1C8823-3B61-4950-9D81-BE5729D0FAFE}" dt="2026-03-09T04:45:15.639" v="202" actId="478"/>
          <ac:spMkLst>
            <pc:docMk/>
            <pc:sldMk cId="1196327768" sldId="268"/>
            <ac:spMk id="25" creationId="{1D2D9564-B867-D22E-EBCA-0DC229E23D90}"/>
          </ac:spMkLst>
        </pc:spChg>
        <pc:spChg chg="del">
          <ac:chgData name="ADITYA SINGH" userId="369a6a1a915cd243" providerId="LiveId" clId="{AA1C8823-3B61-4950-9D81-BE5729D0FAFE}" dt="2026-03-09T04:45:06.461" v="199" actId="478"/>
          <ac:spMkLst>
            <pc:docMk/>
            <pc:sldMk cId="1196327768" sldId="268"/>
            <ac:spMk id="26" creationId="{75DD367E-2039-D259-1F70-63C47F3C6642}"/>
          </ac:spMkLst>
        </pc:spChg>
        <pc:spChg chg="del mod">
          <ac:chgData name="ADITYA SINGH" userId="369a6a1a915cd243" providerId="LiveId" clId="{AA1C8823-3B61-4950-9D81-BE5729D0FAFE}" dt="2026-03-09T04:45:18.840" v="203" actId="478"/>
          <ac:spMkLst>
            <pc:docMk/>
            <pc:sldMk cId="1196327768" sldId="268"/>
            <ac:spMk id="27" creationId="{CF3BF76A-6C83-6BA1-CA3E-A5A66E09650F}"/>
          </ac:spMkLst>
        </pc:spChg>
        <pc:spChg chg="del">
          <ac:chgData name="ADITYA SINGH" userId="369a6a1a915cd243" providerId="LiveId" clId="{AA1C8823-3B61-4950-9D81-BE5729D0FAFE}" dt="2026-03-09T04:45:26.303" v="205" actId="478"/>
          <ac:spMkLst>
            <pc:docMk/>
            <pc:sldMk cId="1196327768" sldId="268"/>
            <ac:spMk id="28" creationId="{7CC878D4-6E7B-5004-2BE3-18B9D9430D12}"/>
          </ac:spMkLst>
        </pc:spChg>
        <pc:spChg chg="del mod">
          <ac:chgData name="ADITYA SINGH" userId="369a6a1a915cd243" providerId="LiveId" clId="{AA1C8823-3B61-4950-9D81-BE5729D0FAFE}" dt="2026-03-09T04:45:22.541" v="204" actId="478"/>
          <ac:spMkLst>
            <pc:docMk/>
            <pc:sldMk cId="1196327768" sldId="268"/>
            <ac:spMk id="29" creationId="{3FB3FDE5-5530-1401-B4D4-5662739A936C}"/>
          </ac:spMkLst>
        </pc:spChg>
        <pc:spChg chg="del">
          <ac:chgData name="ADITYA SINGH" userId="369a6a1a915cd243" providerId="LiveId" clId="{AA1C8823-3B61-4950-9D81-BE5729D0FAFE}" dt="2026-03-09T04:45:08.808" v="200" actId="478"/>
          <ac:spMkLst>
            <pc:docMk/>
            <pc:sldMk cId="1196327768" sldId="268"/>
            <ac:spMk id="30" creationId="{2BE5A3AE-96FA-085A-5587-F9866BF34458}"/>
          </ac:spMkLst>
        </pc:spChg>
      </pc:sldChg>
      <pc:sldChg chg="new del">
        <pc:chgData name="ADITYA SINGH" userId="369a6a1a915cd243" providerId="LiveId" clId="{AA1C8823-3B61-4950-9D81-BE5729D0FAFE}" dt="2026-03-09T04:43:18.632" v="192" actId="47"/>
        <pc:sldMkLst>
          <pc:docMk/>
          <pc:sldMk cId="4083329562" sldId="268"/>
        </pc:sldMkLst>
      </pc:sldChg>
      <pc:sldChg chg="add del">
        <pc:chgData name="ADITYA SINGH" userId="369a6a1a915cd243" providerId="LiveId" clId="{AA1C8823-3B61-4950-9D81-BE5729D0FAFE}" dt="2026-03-09T05:01:52.172" v="397" actId="47"/>
        <pc:sldMkLst>
          <pc:docMk/>
          <pc:sldMk cId="2190823544" sldId="269"/>
        </pc:sldMkLst>
      </pc:sldChg>
      <pc:sldChg chg="addSp delSp modSp add mod">
        <pc:chgData name="ADITYA SINGH" userId="369a6a1a915cd243" providerId="LiveId" clId="{AA1C8823-3B61-4950-9D81-BE5729D0FAFE}" dt="2026-03-09T05:06:03.756" v="618" actId="20577"/>
        <pc:sldMkLst>
          <pc:docMk/>
          <pc:sldMk cId="1794188552" sldId="270"/>
        </pc:sldMkLst>
        <pc:spChg chg="mod">
          <ac:chgData name="ADITYA SINGH" userId="369a6a1a915cd243" providerId="LiveId" clId="{AA1C8823-3B61-4950-9D81-BE5729D0FAFE}" dt="2026-03-09T04:52:50.852" v="265" actId="6549"/>
          <ac:spMkLst>
            <pc:docMk/>
            <pc:sldMk cId="1794188552" sldId="270"/>
            <ac:spMk id="2" creationId="{6F5EB194-4B54-04A0-44B7-3F93BD7C21B6}"/>
          </ac:spMkLst>
        </pc:spChg>
        <pc:spChg chg="mod">
          <ac:chgData name="ADITYA SINGH" userId="369a6a1a915cd243" providerId="LiveId" clId="{AA1C8823-3B61-4950-9D81-BE5729D0FAFE}" dt="2026-03-09T04:56:12.852" v="283" actId="14100"/>
          <ac:spMkLst>
            <pc:docMk/>
            <pc:sldMk cId="1794188552" sldId="270"/>
            <ac:spMk id="4" creationId="{64ECEE5C-2671-178C-66E7-FD304D07377F}"/>
          </ac:spMkLst>
        </pc:spChg>
        <pc:spChg chg="mod">
          <ac:chgData name="ADITYA SINGH" userId="369a6a1a915cd243" providerId="LiveId" clId="{AA1C8823-3B61-4950-9D81-BE5729D0FAFE}" dt="2026-03-09T05:06:03.756" v="618" actId="20577"/>
          <ac:spMkLst>
            <pc:docMk/>
            <pc:sldMk cId="1794188552" sldId="270"/>
            <ac:spMk id="11" creationId="{1056334B-0999-3357-44CE-EE6B48887859}"/>
          </ac:spMkLst>
        </pc:spChg>
        <pc:spChg chg="mod">
          <ac:chgData name="ADITYA SINGH" userId="369a6a1a915cd243" providerId="LiveId" clId="{AA1C8823-3B61-4950-9D81-BE5729D0FAFE}" dt="2026-03-09T04:54:40.964" v="273" actId="6549"/>
          <ac:spMkLst>
            <pc:docMk/>
            <pc:sldMk cId="1794188552" sldId="270"/>
            <ac:spMk id="12" creationId="{AB59EF76-DEC8-C8F8-C385-1A9ECEA3E269}"/>
          </ac:spMkLst>
        </pc:spChg>
        <pc:spChg chg="add del mod">
          <ac:chgData name="ADITYA SINGH" userId="369a6a1a915cd243" providerId="LiveId" clId="{AA1C8823-3B61-4950-9D81-BE5729D0FAFE}" dt="2026-03-09T05:01:16.313" v="392"/>
          <ac:spMkLst>
            <pc:docMk/>
            <pc:sldMk cId="1794188552" sldId="270"/>
            <ac:spMk id="18" creationId="{970E12A3-AF62-CC9A-D102-0C17B2D05A48}"/>
          </ac:spMkLst>
        </pc:spChg>
        <pc:picChg chg="add del mod modCrop">
          <ac:chgData name="ADITYA SINGH" userId="369a6a1a915cd243" providerId="LiveId" clId="{AA1C8823-3B61-4950-9D81-BE5729D0FAFE}" dt="2026-03-09T04:52:02.024" v="260" actId="478"/>
          <ac:picMkLst>
            <pc:docMk/>
            <pc:sldMk cId="1794188552" sldId="270"/>
            <ac:picMk id="14" creationId="{1C8F9B35-D060-31EC-702C-436CA57B5021}"/>
          </ac:picMkLst>
        </pc:picChg>
        <pc:picChg chg="add del mod modCrop">
          <ac:chgData name="ADITYA SINGH" userId="369a6a1a915cd243" providerId="LiveId" clId="{AA1C8823-3B61-4950-9D81-BE5729D0FAFE}" dt="2026-03-09T04:59:33.212" v="381" actId="478"/>
          <ac:picMkLst>
            <pc:docMk/>
            <pc:sldMk cId="1794188552" sldId="270"/>
            <ac:picMk id="16" creationId="{5B488D68-2E08-4B9B-5E8D-D926E2FAE73B}"/>
          </ac:picMkLst>
        </pc:picChg>
        <pc:picChg chg="add mod">
          <ac:chgData name="ADITYA SINGH" userId="369a6a1a915cd243" providerId="LiveId" clId="{AA1C8823-3B61-4950-9D81-BE5729D0FAFE}" dt="2026-03-09T05:05:49.655" v="611" actId="1076"/>
          <ac:picMkLst>
            <pc:docMk/>
            <pc:sldMk cId="1794188552" sldId="270"/>
            <ac:picMk id="20" creationId="{05C829DC-ABB2-D289-7414-C7969A18820B}"/>
          </ac:picMkLst>
        </pc:picChg>
        <pc:picChg chg="del">
          <ac:chgData name="ADITYA SINGH" userId="369a6a1a915cd243" providerId="LiveId" clId="{AA1C8823-3B61-4950-9D81-BE5729D0FAFE}" dt="2026-03-09T04:51:31.792" v="256" actId="478"/>
          <ac:picMkLst>
            <pc:docMk/>
            <pc:sldMk cId="1794188552" sldId="270"/>
            <ac:picMk id="43" creationId="{F67B50E1-F2C2-DDF9-B390-6A031223D62A}"/>
          </ac:picMkLst>
        </pc:picChg>
      </pc:sldChg>
      <pc:sldChg chg="add del">
        <pc:chgData name="ADITYA SINGH" userId="369a6a1a915cd243" providerId="LiveId" clId="{AA1C8823-3B61-4950-9D81-BE5729D0FAFE}" dt="2026-03-09T05:01:38.217" v="394" actId="47"/>
        <pc:sldMkLst>
          <pc:docMk/>
          <pc:sldMk cId="176761792" sldId="271"/>
        </pc:sldMkLst>
      </pc:sldChg>
      <pc:sldChg chg="addSp delSp modSp add mod">
        <pc:chgData name="ADITYA SINGH" userId="369a6a1a915cd243" providerId="LiveId" clId="{AA1C8823-3B61-4950-9D81-BE5729D0FAFE}" dt="2026-03-09T05:05:01.382" v="602" actId="14100"/>
        <pc:sldMkLst>
          <pc:docMk/>
          <pc:sldMk cId="4254459613" sldId="271"/>
        </pc:sldMkLst>
        <pc:spChg chg="mod">
          <ac:chgData name="ADITYA SINGH" userId="369a6a1a915cd243" providerId="LiveId" clId="{AA1C8823-3B61-4950-9D81-BE5729D0FAFE}" dt="2026-03-09T05:04:29.632" v="599" actId="1076"/>
          <ac:spMkLst>
            <pc:docMk/>
            <pc:sldMk cId="4254459613" sldId="271"/>
            <ac:spMk id="4" creationId="{79020581-7D5E-2F4F-0341-ADEF8BA24745}"/>
          </ac:spMkLst>
        </pc:spChg>
        <pc:spChg chg="mod">
          <ac:chgData name="ADITYA SINGH" userId="369a6a1a915cd243" providerId="LiveId" clId="{AA1C8823-3B61-4950-9D81-BE5729D0FAFE}" dt="2026-03-09T05:03:55.846" v="592" actId="20577"/>
          <ac:spMkLst>
            <pc:docMk/>
            <pc:sldMk cId="4254459613" sldId="271"/>
            <ac:spMk id="11" creationId="{B32AD948-DCB4-9225-8056-26BDE40E08C9}"/>
          </ac:spMkLst>
        </pc:spChg>
        <pc:picChg chg="add mod">
          <ac:chgData name="ADITYA SINGH" userId="369a6a1a915cd243" providerId="LiveId" clId="{AA1C8823-3B61-4950-9D81-BE5729D0FAFE}" dt="2026-03-09T05:05:01.382" v="602" actId="14100"/>
          <ac:picMkLst>
            <pc:docMk/>
            <pc:sldMk cId="4254459613" sldId="271"/>
            <ac:picMk id="14" creationId="{BD71E68C-653D-B3E5-B6FF-8DFBC8498502}"/>
          </ac:picMkLst>
        </pc:picChg>
        <pc:picChg chg="del">
          <ac:chgData name="ADITYA SINGH" userId="369a6a1a915cd243" providerId="LiveId" clId="{AA1C8823-3B61-4950-9D81-BE5729D0FAFE}" dt="2026-03-09T05:02:00.752" v="398" actId="478"/>
          <ac:picMkLst>
            <pc:docMk/>
            <pc:sldMk cId="4254459613" sldId="271"/>
            <ac:picMk id="20" creationId="{7889710B-E07D-60A1-1590-316D90D9761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016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A103A-4E3B-58E3-5915-415A6DB90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72005-82F9-F1A9-D596-ED98ABE283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625ABC-784B-5812-5577-EBB2CF2483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37ECB-CA44-502A-DE4B-1B32612E7B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181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7E973-2430-AA39-F36B-5A3BA5267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DBF34-5DD4-E501-CB73-BA26717C1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836FE3-6804-8E5D-0183-F41D1E67D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E768D-25C8-2510-E62C-D2DCC2CE0C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192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0" y="457200"/>
            <a:ext cx="4114800" cy="4114800"/>
          </a:xfrm>
          <a:prstGeom prst="ellipse">
            <a:avLst/>
          </a:prstGeom>
          <a:solidFill>
            <a:srgbClr val="1A7A3A">
              <a:alpha val="30000"/>
            </a:srgbClr>
          </a:solidFill>
          <a:ln w="12700">
            <a:solidFill>
              <a:srgbClr val="1A7A3A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749040" y="5943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rgbClr val="000000"/>
                </a:solidFill>
              </a:rPr>
              <a:t>🌿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EcoTrack 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2423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Footprint Intelligence Platform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926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Your Carbon Impact. Save The Planet.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 The Climate Crisis is NOW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carbon emergency — by the numbers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023360" cy="150876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EF4444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76200" cy="1508760"/>
          </a:xfrm>
          <a:prstGeom prst="rect">
            <a:avLst/>
          </a:prstGeom>
          <a:solidFill>
            <a:srgbClr val="EF4444"/>
          </a:solidFill>
          <a:ln w="2286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11480" y="111556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3.4B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11480" y="16642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tonnes CO₂/yr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9019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annual emissions — 3rd largest globally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225856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IEA, 2023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150876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76200" cy="1508760"/>
          </a:xfrm>
          <a:prstGeom prst="rect">
            <a:avLst/>
          </a:prstGeom>
          <a:solidFill>
            <a:srgbClr val="F97316"/>
          </a:solidFill>
          <a:ln w="2286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892040" y="111556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37%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892040" y="16642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a decade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19019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per-capita emissions surge (2013–2023)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92040" y="225856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Bank, 2023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2743200"/>
            <a:ext cx="4023360" cy="150876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74320" y="2743200"/>
            <a:ext cx="76200" cy="150876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11480" y="285292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11480" y="34015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unaware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Indians don't know their personal carbon footprint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39959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TERI Survey, 2022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54880" y="2743200"/>
            <a:ext cx="4023360" cy="150876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16A34A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4754880" y="2743200"/>
            <a:ext cx="76200" cy="1508760"/>
          </a:xfrm>
          <a:prstGeom prst="rect">
            <a:avLst/>
          </a:prstGeom>
          <a:solidFill>
            <a:srgbClr val="16A34A"/>
          </a:solidFill>
          <a:ln w="2286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4892040" y="285292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2070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4892040" y="34015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Zero pledge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9204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COP26 commitment — awareness tools are critical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92040" y="39959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COP26 Agreement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" y="434340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avg: 5.6t CO₂/person/yr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Global avg: 4.7t — but RISING FAST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Introducing EcoTrack AI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web platform that calculates, predicts, and helps reduce your personal carbon footprint — built specifically for India.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508760"/>
            <a:ext cx="2743200" cy="31546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1508760"/>
            <a:ext cx="76200" cy="31546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📊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65760" y="23591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India-specific emission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3090672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Transport, electricity, LPG &amp; food consumption mapped to real Indian emission factors from CEA, SIAM &amp; PCRA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508760"/>
            <a:ext cx="2743200" cy="31546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200400" y="1508760"/>
            <a:ext cx="76200" cy="315468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291840" y="160020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🤖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291840" y="23591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91840" y="27432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 forecast your next month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3090672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regression trained on usage patterns predicts future footprint so you can act before it's too late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508760"/>
            <a:ext cx="2743200" cy="31546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126480" y="1508760"/>
            <a:ext cx="76200" cy="315468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217920" y="160020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🌱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217920" y="23591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17920" y="27432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 gives personalized green tips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63640" y="3090672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API generates custom, actionable recommendations based on your actual data and lifestyle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🔬  Built on Verified Indian Data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 factors cross-validated with CPCB, CEA, BEE &amp; IPCC AR6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3474723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Emission Factor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E9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🚗  Petrol 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2.31 kg CO₂ / litre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E9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SIAM / BIS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⚡  Grid Electricity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 kg CO₂ / kWh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CEA India,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🔥  LPG Cylinder (14.2 kg)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 kg CO₂ / cylinder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E9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PCRA India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🚇  Metro / Train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 kg CO₂ / km / person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Ministry of Railways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E9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🥗  Vegetarian Diet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kg CO₂ / 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E9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Poore &amp; Nemecek, Science 2018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🍗  Butter Chicken (per meal)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 kg CO₂ / meal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FAO / 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365760" y="461772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factors verified against CPCB, CEA, BEE &amp; IPCC AR6 databases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7 Powerful Features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76200" cy="16916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29184" y="11155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29184" y="1755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Carbon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41448" y="100584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441448" y="1005840"/>
            <a:ext cx="76200" cy="169164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496312" y="11155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496312" y="1755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AI/ML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96312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08576" y="100584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608576" y="1005840"/>
            <a:ext cx="76200" cy="169164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663440" y="11155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🏆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663440" y="1755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EcoScore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63440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800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775704" y="100584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6775704" y="1005840"/>
            <a:ext cx="76200" cy="1691640"/>
          </a:xfrm>
          <a:prstGeom prst="rect">
            <a:avLst/>
          </a:prstGeom>
          <a:solidFill>
            <a:srgbClr val="F97316"/>
          </a:solidFill>
          <a:ln w="2286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830568" y="11155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830568" y="1755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30568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292608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74320" y="2926080"/>
            <a:ext cx="76200" cy="16916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29184" y="30358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🌲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329184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Offset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9184" y="3950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441448" y="292608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2441448" y="2926080"/>
            <a:ext cx="76200" cy="169164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2496312" y="30358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🎯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2496312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Campus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496312" y="3950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608576" y="292608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4608576" y="2926080"/>
            <a:ext cx="76200" cy="169164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663440" y="30358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4663440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</a:rPr>
              <a:t>Emails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663440" y="3950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</a:t>
            </a:r>
            <a:r>
              <a:rPr lang="en-US" sz="1050" dirty="0" err="1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EmailJS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775704" y="292608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775704" y="2926080"/>
            <a:ext cx="76200" cy="1691640"/>
          </a:xfrm>
          <a:prstGeom prst="rect">
            <a:avLst/>
          </a:prstGeom>
          <a:solidFill>
            <a:srgbClr val="F97316"/>
          </a:solidFill>
          <a:ln w="2286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830568" y="30358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🏛️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6830568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Govt. Data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830568" y="3950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🛠️  Technology Behind EcoTrack AI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2743200" cy="27432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76200" cy="27432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Frontend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" y="1536192"/>
            <a:ext cx="256032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 (Glassmorphism)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API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743200" cy="27432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76200" cy="274320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337560" y="10972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⚙️  Backend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37560" y="1536192"/>
            <a:ext cx="256032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Flask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 Hashing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743200" cy="27432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76200" cy="274320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263640" y="10972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🧠  AI / ML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63640" y="1536192"/>
            <a:ext cx="256032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API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API (Chat bot)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(Regression)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&amp; NumPy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 err="1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EmailJS</a:t>
            </a: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81815" y="3840480"/>
            <a:ext cx="8595360" cy="777240"/>
          </a:xfrm>
          <a:prstGeom prst="rect">
            <a:avLst/>
          </a:prstGeom>
          <a:solidFill>
            <a:srgbClr val="0D1F12"/>
          </a:solidFill>
          <a:ln w="22860">
            <a:solidFill>
              <a:srgbClr val="16A34A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" y="39136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Flow: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User/Admin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761488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11296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61104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10912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Flask API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760720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10528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🍃 MongoDB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260336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10144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Gemini AI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OP Concepts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150000"/>
            <a:ext cx="832104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</a:rPr>
              <a:t>💻  OOP Concepts in EcoTrack AI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650000"/>
            <a:ext cx="832104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0" i="1" dirty="0">
                <a:solidFill>
                  <a:srgbClr val="7EC8A4"/>
                </a:solidFill>
                <a:latin typeface="Trebuchet MS" pitchFamily="34" charset="0"/>
              </a:rPr>
              <a:t>How Object-Oriented Programming powers every layer of the platform</a:t>
            </a:r>
          </a:p>
        </p:txBody>
      </p:sp>
      <p:sp>
        <p:nvSpPr>
          <p:cNvPr id="10" name="C1BG"/>
          <p:cNvSpPr/>
          <p:nvPr/>
        </p:nvSpPr>
        <p:spPr>
          <a:xfrm>
            <a:off x="274320" y="950000"/>
            <a:ext cx="2743200" cy="18200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1" name="C1Bar"/>
          <p:cNvSpPr/>
          <p:nvPr/>
        </p:nvSpPr>
        <p:spPr>
          <a:xfrm>
            <a:off x="274320" y="950000"/>
            <a:ext cx="55000" cy="1820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" name="C1Txt"/>
          <p:cNvSpPr/>
          <p:nvPr/>
        </p:nvSpPr>
        <p:spPr>
          <a:xfrm>
            <a:off x="355000" y="970000"/>
            <a:ext cx="2620000" cy="1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C9A7"/>
                </a:solidFill>
                <a:latin typeface="Trebuchet MS" pitchFamily="34" charset="0"/>
              </a:rPr>
              <a:t>📐 Class &amp; Object</a:t>
            </a:r>
          </a:p>
          <a:p>
            <a:pPr marL="0" indent="0">
              <a:buNone/>
            </a:pPr>
            <a:endParaRPr lang="en-US" sz="900" b="0" dirty="0" smtClean="0">
              <a:solidFill>
                <a:srgbClr val="7EC8A4"/>
              </a:solidFill>
              <a:latin typeface="Trebuchet MS" pitchFamily="34" charset="0"/>
            </a:endParaRPr>
          </a:p>
          <a:p>
            <a:pPr marL="0" indent="0">
              <a:buNone/>
            </a:pPr>
            <a:r>
              <a:rPr lang="en-US" sz="900" b="0" dirty="0" smtClean="0">
                <a:solidFill>
                  <a:srgbClr val="7EC8A4"/>
                </a:solidFill>
                <a:latin typeface="Trebuchet MS" pitchFamily="34" charset="0"/>
              </a:rPr>
              <a:t>Blueprint </a:t>
            </a:r>
            <a:r>
              <a:rPr lang="en-US" sz="900" b="0" dirty="0">
                <a:solidFill>
                  <a:srgbClr val="7EC8A4"/>
                </a:solidFill>
                <a:latin typeface="Trebuchet MS" pitchFamily="34" charset="0"/>
              </a:rPr>
              <a:t>for chatbot, particles &amp; local DB. Objects created at runtime from each class.</a:t>
            </a:r>
          </a:p>
        </p:txBody>
      </p:sp>
      <p:sp>
        <p:nvSpPr>
          <p:cNvPr id="20" name="C2BG"/>
          <p:cNvSpPr/>
          <p:nvPr/>
        </p:nvSpPr>
        <p:spPr>
          <a:xfrm>
            <a:off x="3200520" y="950000"/>
            <a:ext cx="2743200" cy="18200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FFB347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21" name="C2Bar"/>
          <p:cNvSpPr/>
          <p:nvPr/>
        </p:nvSpPr>
        <p:spPr>
          <a:xfrm>
            <a:off x="3200520" y="950000"/>
            <a:ext cx="55000" cy="18200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2" name="C2Txt"/>
          <p:cNvSpPr/>
          <p:nvPr/>
        </p:nvSpPr>
        <p:spPr>
          <a:xfrm>
            <a:off x="3281000" y="970000"/>
            <a:ext cx="2620000" cy="1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B347"/>
                </a:solidFill>
                <a:latin typeface="Trebuchet MS" pitchFamily="34" charset="0"/>
              </a:rPr>
              <a:t>🔒 Encapsulation</a:t>
            </a:r>
          </a:p>
          <a:p>
            <a:pPr marL="0" indent="0">
              <a:buNone/>
            </a:pPr>
            <a:endParaRPr lang="en-US" sz="900" b="0" dirty="0" smtClean="0">
              <a:solidFill>
                <a:srgbClr val="7EC8A4"/>
              </a:solidFill>
              <a:latin typeface="Trebuchet MS" pitchFamily="34" charset="0"/>
            </a:endParaRPr>
          </a:p>
          <a:p>
            <a:pPr marL="0" indent="0">
              <a:buNone/>
            </a:pPr>
            <a:r>
              <a:rPr lang="en-US" sz="900" b="0" dirty="0" smtClean="0">
                <a:solidFill>
                  <a:srgbClr val="7EC8A4"/>
                </a:solidFill>
                <a:latin typeface="Trebuchet MS" pitchFamily="34" charset="0"/>
              </a:rPr>
              <a:t>Chat </a:t>
            </a:r>
            <a:r>
              <a:rPr lang="en-US" sz="900" b="0" dirty="0">
                <a:solidFill>
                  <a:srgbClr val="7EC8A4"/>
                </a:solidFill>
                <a:latin typeface="Trebuchet MS" pitchFamily="34" charset="0"/>
              </a:rPr>
              <a:t>history &amp; DB logic kept private inside classes, hidden from outside access.</a:t>
            </a:r>
          </a:p>
        </p:txBody>
      </p:sp>
      <p:sp>
        <p:nvSpPr>
          <p:cNvPr id="30" name="C3BG"/>
          <p:cNvSpPr/>
          <p:nvPr/>
        </p:nvSpPr>
        <p:spPr>
          <a:xfrm>
            <a:off x="6126720" y="950000"/>
            <a:ext cx="2743200" cy="18200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3B82F6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1" name="C3Bar"/>
          <p:cNvSpPr/>
          <p:nvPr/>
        </p:nvSpPr>
        <p:spPr>
          <a:xfrm>
            <a:off x="6126720" y="950000"/>
            <a:ext cx="55000" cy="1820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2" name="C3Txt"/>
          <p:cNvSpPr/>
          <p:nvPr/>
        </p:nvSpPr>
        <p:spPr>
          <a:xfrm>
            <a:off x="6207000" y="970000"/>
            <a:ext cx="2620000" cy="1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Trebuchet MS" pitchFamily="34" charset="0"/>
              </a:rPr>
              <a:t>🧬 Inheritance</a:t>
            </a:r>
          </a:p>
          <a:p>
            <a:pPr marL="0" indent="0">
              <a:buNone/>
            </a:pPr>
            <a:endParaRPr lang="en-US" sz="900" b="0" dirty="0" smtClean="0">
              <a:solidFill>
                <a:srgbClr val="7EC8A4"/>
              </a:solidFill>
              <a:latin typeface="Trebuchet MS" pitchFamily="34" charset="0"/>
            </a:endParaRPr>
          </a:p>
          <a:p>
            <a:pPr marL="0" indent="0">
              <a:buNone/>
            </a:pPr>
            <a:r>
              <a:rPr lang="en-US" sz="900" b="0" dirty="0" smtClean="0">
                <a:solidFill>
                  <a:srgbClr val="7EC8A4"/>
                </a:solidFill>
                <a:latin typeface="Trebuchet MS" pitchFamily="34" charset="0"/>
              </a:rPr>
              <a:t>Child </a:t>
            </a:r>
            <a:r>
              <a:rPr lang="en-US" sz="900" b="0" dirty="0">
                <a:solidFill>
                  <a:srgbClr val="7EC8A4"/>
                </a:solidFill>
                <a:latin typeface="Trebuchet MS" pitchFamily="34" charset="0"/>
              </a:rPr>
              <a:t>class inherits MongoDB interface. Same methods, local JSON fallback when DB is offline.</a:t>
            </a:r>
          </a:p>
        </p:txBody>
      </p:sp>
      <p:sp>
        <p:nvSpPr>
          <p:cNvPr id="40" name="C4BG"/>
          <p:cNvSpPr/>
          <p:nvPr/>
        </p:nvSpPr>
        <p:spPr>
          <a:xfrm>
            <a:off x="1398785" y="2937627"/>
            <a:ext cx="2743200" cy="18200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A855F7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41" name="C4Bar"/>
          <p:cNvSpPr/>
          <p:nvPr/>
        </p:nvSpPr>
        <p:spPr>
          <a:xfrm>
            <a:off x="1398785" y="2937627"/>
            <a:ext cx="55000" cy="1820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42" name="C4Txt"/>
          <p:cNvSpPr/>
          <p:nvPr/>
        </p:nvSpPr>
        <p:spPr>
          <a:xfrm>
            <a:off x="1479465" y="2957627"/>
            <a:ext cx="2620000" cy="1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A855F7"/>
                </a:solidFill>
                <a:latin typeface="Trebuchet MS" pitchFamily="34" charset="0"/>
              </a:rPr>
              <a:t>🧩 </a:t>
            </a:r>
            <a:r>
              <a:rPr lang="en-US" sz="1500" b="1" dirty="0" smtClean="0">
                <a:solidFill>
                  <a:srgbClr val="A855F7"/>
                </a:solidFill>
                <a:latin typeface="Trebuchet MS" pitchFamily="34" charset="0"/>
              </a:rPr>
              <a:t>Abstraction</a:t>
            </a:r>
          </a:p>
          <a:p>
            <a:pPr marL="0" indent="0">
              <a:buNone/>
            </a:pPr>
            <a:endParaRPr lang="en-US" sz="1500" b="1" dirty="0">
              <a:solidFill>
                <a:srgbClr val="A855F7"/>
              </a:solidFill>
              <a:latin typeface="Trebuchet MS" pitchFamily="34" charset="0"/>
            </a:endParaRPr>
          </a:p>
          <a:p>
            <a:pPr marL="0" indent="0">
              <a:buNone/>
            </a:pPr>
            <a:r>
              <a:rPr lang="en-US" sz="900" b="0" dirty="0" smtClean="0">
                <a:solidFill>
                  <a:srgbClr val="7EC8A4"/>
                </a:solidFill>
                <a:latin typeface="Trebuchet MS" pitchFamily="34" charset="0"/>
              </a:rPr>
              <a:t>Complex </a:t>
            </a:r>
            <a:r>
              <a:rPr lang="en-US" sz="900" b="0" dirty="0">
                <a:solidFill>
                  <a:srgbClr val="7EC8A4"/>
                </a:solidFill>
                <a:latin typeface="Trebuchet MS" pitchFamily="34" charset="0"/>
              </a:rPr>
              <a:t>API calls &amp; auth logic hidden behind simple functions. Caller needs no internal knowledge.</a:t>
            </a:r>
          </a:p>
        </p:txBody>
      </p:sp>
      <p:sp>
        <p:nvSpPr>
          <p:cNvPr id="50" name="C5BG"/>
          <p:cNvSpPr/>
          <p:nvPr/>
        </p:nvSpPr>
        <p:spPr>
          <a:xfrm>
            <a:off x="4992250" y="2957627"/>
            <a:ext cx="2743200" cy="18200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F97316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51" name="C5Bar"/>
          <p:cNvSpPr/>
          <p:nvPr/>
        </p:nvSpPr>
        <p:spPr>
          <a:xfrm>
            <a:off x="4992250" y="2957627"/>
            <a:ext cx="55000" cy="182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2" name="C5Txt"/>
          <p:cNvSpPr/>
          <p:nvPr/>
        </p:nvSpPr>
        <p:spPr>
          <a:xfrm>
            <a:off x="5072730" y="2977627"/>
            <a:ext cx="2620000" cy="1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  <a:latin typeface="Trebuchet MS" pitchFamily="34" charset="0"/>
              </a:rPr>
              <a:t>🎭 </a:t>
            </a:r>
            <a:r>
              <a:rPr lang="en-US" sz="1500" b="1" dirty="0" smtClean="0">
                <a:solidFill>
                  <a:srgbClr val="F97316"/>
                </a:solidFill>
                <a:latin typeface="Trebuchet MS" pitchFamily="34" charset="0"/>
              </a:rPr>
              <a:t>Polymorphism</a:t>
            </a:r>
          </a:p>
          <a:p>
            <a:pPr marL="0" indent="0">
              <a:buNone/>
            </a:pPr>
            <a:endParaRPr lang="en-US" sz="1500" b="1" dirty="0">
              <a:solidFill>
                <a:srgbClr val="F97316"/>
              </a:solidFill>
              <a:latin typeface="Trebuchet MS" pitchFamily="34" charset="0"/>
            </a:endParaRPr>
          </a:p>
          <a:p>
            <a:pPr marL="0" indent="0">
              <a:buNone/>
            </a:pPr>
            <a:r>
              <a:rPr lang="en-US" sz="900" b="0" dirty="0" smtClean="0">
                <a:solidFill>
                  <a:srgbClr val="7EC8A4"/>
                </a:solidFill>
                <a:latin typeface="Trebuchet MS" pitchFamily="34" charset="0"/>
              </a:rPr>
              <a:t>Same </a:t>
            </a:r>
            <a:r>
              <a:rPr lang="en-US" sz="900" b="0" dirty="0">
                <a:solidFill>
                  <a:srgbClr val="7EC8A4"/>
                </a:solidFill>
                <a:latin typeface="Trebuchet MS" pitchFamily="34" charset="0"/>
              </a:rPr>
              <a:t>method names work on MongoDB &amp; FileCollection. Different behavior, identical interface.</a:t>
            </a:r>
          </a:p>
        </p:txBody>
      </p:sp>
      <p:sp>
        <p:nvSpPr>
          <p:cNvPr id="70" name="Footer"/>
          <p:cNvSpPr/>
          <p:nvPr/>
        </p:nvSpPr>
        <p:spPr>
          <a:xfrm>
            <a:off x="274320" y="4930000"/>
            <a:ext cx="859536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0" dirty="0">
                <a:solidFill>
                  <a:srgbClr val="2D5A3D"/>
                </a:solidFill>
                <a:latin typeface="Trebuchet MS" pitchFamily="34" charset="0"/>
              </a:rPr>
              <a:t>EcoTrack AI 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EcoScore — Your Green Credit Score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960120"/>
            <a:ext cx="1920240" cy="7772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EF4444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76200" cy="777240"/>
          </a:xfrm>
          <a:prstGeom prst="rect">
            <a:avLst/>
          </a:prstGeom>
          <a:solidFill>
            <a:srgbClr val="EF4444"/>
          </a:solidFill>
          <a:ln w="2286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84048" y="1005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167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0–200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960120"/>
            <a:ext cx="1920240" cy="7772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423160" y="960120"/>
            <a:ext cx="76200" cy="777240"/>
          </a:xfrm>
          <a:prstGeom prst="rect">
            <a:avLst/>
          </a:prstGeom>
          <a:solidFill>
            <a:srgbClr val="F97316"/>
          </a:solidFill>
          <a:ln w="2286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532888" y="1005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32888" y="13167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960120"/>
            <a:ext cx="1920240" cy="7772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572000" y="960120"/>
            <a:ext cx="76200" cy="77724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681728" y="1005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81728" y="13167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400–600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20840" y="960120"/>
            <a:ext cx="1920240" cy="7772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6720840" y="960120"/>
            <a:ext cx="76200" cy="77724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830568" y="1005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 HERO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30568" y="13167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600–800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74720" y="1783080"/>
            <a:ext cx="2194560" cy="2194560"/>
          </a:xfrm>
          <a:prstGeom prst="ellipse">
            <a:avLst/>
          </a:prstGeom>
          <a:solidFill>
            <a:srgbClr val="1A7A3A"/>
          </a:solidFill>
          <a:ln w="381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47472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750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3474720" y="29718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HERO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1874520"/>
            <a:ext cx="2926080" cy="566928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84048" y="1920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avg daily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828800" y="19202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5.2 kg CO₂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74320" y="2532888"/>
            <a:ext cx="2926080" cy="566928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84048" y="2578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EcoTrack heavy user avg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0" y="25786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3.1 kg CO₂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74320" y="3191256"/>
            <a:ext cx="2926080" cy="566928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384048" y="32369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leaderboard users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28800" y="323697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 2 kg CO₂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1874520"/>
            <a:ext cx="2926080" cy="566928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03504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−40% reduction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035040" y="2395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active EcoTrack users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4320" y="434340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 drives behavioral change — 34% higher engagement in sustainability apps with scoring systems  (Nielsen, 2022)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🖥️  Platform Walkthrough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0" y="668936"/>
            <a:ext cx="8759952" cy="3921352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76200" cy="17830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84047" y="1051560"/>
            <a:ext cx="5886938" cy="3423004"/>
          </a:xfrm>
          <a:prstGeom prst="rect">
            <a:avLst/>
          </a:prstGeom>
          <a:solidFill>
            <a:srgbClr val="163020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84048" y="1051560"/>
            <a:ext cx="2103120" cy="201168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20624" y="10698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6A34A"/>
                </a:solidFill>
              </a:rPr>
              <a:t>● ● 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11480" y="130759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27025" y="1348740"/>
            <a:ext cx="31876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🏠 Landing Page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723388" y="1963449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section with CTA, live emission ticker &amp; India map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A520611-F62E-3C30-F498-C5CA8C4AF8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614" t="1410" r="1"/>
          <a:stretch>
            <a:fillRect/>
          </a:stretch>
        </p:blipFill>
        <p:spPr>
          <a:xfrm>
            <a:off x="12084" y="678510"/>
            <a:ext cx="6412100" cy="39117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F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F3853D-3ED7-2DAF-599F-960DBD5EB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F5EB194-4B54-04A0-44B7-3F93BD7C21B6}"/>
              </a:ext>
            </a:extLst>
          </p:cNvPr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5D5ABE-58A7-4197-7740-D83DB3274F47}"/>
              </a:ext>
            </a:extLst>
          </p:cNvPr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ECEE5C-2671-178C-66E7-FD304D07377F}"/>
              </a:ext>
            </a:extLst>
          </p:cNvPr>
          <p:cNvSpPr/>
          <p:nvPr/>
        </p:nvSpPr>
        <p:spPr>
          <a:xfrm>
            <a:off x="0" y="0"/>
            <a:ext cx="9144000" cy="5111496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DEE42F3-D74E-B022-5BE3-CFB9A316115E}"/>
              </a:ext>
            </a:extLst>
          </p:cNvPr>
          <p:cNvSpPr/>
          <p:nvPr/>
        </p:nvSpPr>
        <p:spPr>
          <a:xfrm>
            <a:off x="274320" y="960120"/>
            <a:ext cx="76200" cy="17830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FE6ACC0-3D1D-33CA-B7F4-7058C5439D99}"/>
              </a:ext>
            </a:extLst>
          </p:cNvPr>
          <p:cNvSpPr/>
          <p:nvPr/>
        </p:nvSpPr>
        <p:spPr>
          <a:xfrm>
            <a:off x="384047" y="1051560"/>
            <a:ext cx="5886938" cy="3423004"/>
          </a:xfrm>
          <a:prstGeom prst="rect">
            <a:avLst/>
          </a:prstGeom>
          <a:solidFill>
            <a:srgbClr val="163020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6A2946D-C327-B404-C298-C6B98BD38FE5}"/>
              </a:ext>
            </a:extLst>
          </p:cNvPr>
          <p:cNvSpPr/>
          <p:nvPr/>
        </p:nvSpPr>
        <p:spPr>
          <a:xfrm>
            <a:off x="384048" y="1051560"/>
            <a:ext cx="2103120" cy="201168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C0E65BB-3FFD-31F6-25F0-A38586B42617}"/>
              </a:ext>
            </a:extLst>
          </p:cNvPr>
          <p:cNvSpPr/>
          <p:nvPr/>
        </p:nvSpPr>
        <p:spPr>
          <a:xfrm>
            <a:off x="420624" y="10698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6A34A"/>
                </a:solidFill>
              </a:rPr>
              <a:t>● ● ●</a:t>
            </a:r>
            <a:endParaRPr lang="en-US" sz="7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3186BA-2F98-05FE-E301-96DF5BBE2AA7}"/>
              </a:ext>
            </a:extLst>
          </p:cNvPr>
          <p:cNvSpPr/>
          <p:nvPr/>
        </p:nvSpPr>
        <p:spPr>
          <a:xfrm>
            <a:off x="411480" y="130759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409052C-4D01-AA11-DF8D-8E1E1415A59F}"/>
              </a:ext>
            </a:extLst>
          </p:cNvPr>
          <p:cNvSpPr/>
          <p:nvPr/>
        </p:nvSpPr>
        <p:spPr>
          <a:xfrm>
            <a:off x="411480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056334B-0999-3357-44CE-EE6B48887859}"/>
              </a:ext>
            </a:extLst>
          </p:cNvPr>
          <p:cNvSpPr/>
          <p:nvPr/>
        </p:nvSpPr>
        <p:spPr>
          <a:xfrm>
            <a:off x="6536800" y="1847088"/>
            <a:ext cx="31876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AI Recommendations</a:t>
            </a:r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Gemini-generated personal</a:t>
            </a:r>
          </a:p>
          <a:p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green tips ranked by impact </a:t>
            </a:r>
          </a:p>
          <a:p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&amp; ease</a:t>
            </a:r>
            <a:endParaRPr lang="en-US" sz="1600" dirty="0"/>
          </a:p>
          <a:p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B59EF76-DEC8-C8F8-C385-1A9ECEA3E269}"/>
              </a:ext>
            </a:extLst>
          </p:cNvPr>
          <p:cNvSpPr/>
          <p:nvPr/>
        </p:nvSpPr>
        <p:spPr>
          <a:xfrm>
            <a:off x="6723388" y="1963449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endParaRPr lang="en-US" sz="16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ECA7491-77EE-B9EA-E192-42A765546CA7}"/>
              </a:ext>
            </a:extLst>
          </p:cNvPr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3085190F-0BF5-A135-7738-4F02784C8D84}"/>
              </a:ext>
            </a:extLst>
          </p:cNvPr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5C829DC-ABB2-D289-7414-C7969A188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1" y="452628"/>
            <a:ext cx="6536800" cy="406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1885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F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2161CF-3A4C-F47B-DE7A-7AF9152BC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3157857-3729-F11A-71AD-656C4B653E4D}"/>
              </a:ext>
            </a:extLst>
          </p:cNvPr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9D1299-6F86-65C8-8154-1F1D9DFD39CB}"/>
              </a:ext>
            </a:extLst>
          </p:cNvPr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9020581-7D5E-2F4F-0341-ADEF8BA24745}"/>
              </a:ext>
            </a:extLst>
          </p:cNvPr>
          <p:cNvSpPr/>
          <p:nvPr/>
        </p:nvSpPr>
        <p:spPr>
          <a:xfrm>
            <a:off x="0" y="0"/>
            <a:ext cx="9144000" cy="5111496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16E069C-DC4D-BC1D-8A67-75DD47BAC6A2}"/>
              </a:ext>
            </a:extLst>
          </p:cNvPr>
          <p:cNvSpPr/>
          <p:nvPr/>
        </p:nvSpPr>
        <p:spPr>
          <a:xfrm>
            <a:off x="274320" y="960120"/>
            <a:ext cx="76200" cy="17830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D34AC04-406A-D1C4-B420-66802B14F9E3}"/>
              </a:ext>
            </a:extLst>
          </p:cNvPr>
          <p:cNvSpPr/>
          <p:nvPr/>
        </p:nvSpPr>
        <p:spPr>
          <a:xfrm>
            <a:off x="384047" y="1051560"/>
            <a:ext cx="5886938" cy="3423004"/>
          </a:xfrm>
          <a:prstGeom prst="rect">
            <a:avLst/>
          </a:prstGeom>
          <a:solidFill>
            <a:srgbClr val="163020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62D850A-0855-8295-43B5-F0D84347E8B5}"/>
              </a:ext>
            </a:extLst>
          </p:cNvPr>
          <p:cNvSpPr/>
          <p:nvPr/>
        </p:nvSpPr>
        <p:spPr>
          <a:xfrm>
            <a:off x="384048" y="1051560"/>
            <a:ext cx="2103120" cy="201168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0A8610D-57B7-1395-2E61-4F8948FD061D}"/>
              </a:ext>
            </a:extLst>
          </p:cNvPr>
          <p:cNvSpPr/>
          <p:nvPr/>
        </p:nvSpPr>
        <p:spPr>
          <a:xfrm>
            <a:off x="420624" y="10698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6A34A"/>
                </a:solidFill>
              </a:rPr>
              <a:t>● ● ●</a:t>
            </a:r>
            <a:endParaRPr lang="en-US" sz="7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E0832EA-1A61-95DB-5129-2C3901F60DA2}"/>
              </a:ext>
            </a:extLst>
          </p:cNvPr>
          <p:cNvSpPr/>
          <p:nvPr/>
        </p:nvSpPr>
        <p:spPr>
          <a:xfrm>
            <a:off x="411480" y="130759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55401BB-04BB-3F19-A84E-8D6C01F8EE7E}"/>
              </a:ext>
            </a:extLst>
          </p:cNvPr>
          <p:cNvSpPr/>
          <p:nvPr/>
        </p:nvSpPr>
        <p:spPr>
          <a:xfrm>
            <a:off x="411480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32AD948-DCB4-9225-8056-26BDE40E08C9}"/>
              </a:ext>
            </a:extLst>
          </p:cNvPr>
          <p:cNvSpPr/>
          <p:nvPr/>
        </p:nvSpPr>
        <p:spPr>
          <a:xfrm>
            <a:off x="7392850" y="1851660"/>
            <a:ext cx="31876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Challenges</a:t>
            </a:r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challenges for</a:t>
            </a:r>
          </a:p>
          <a:p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user interaction.</a:t>
            </a:r>
            <a:endParaRPr lang="en-US" sz="1600" dirty="0"/>
          </a:p>
          <a:p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3A19079-517A-F0E9-FBB4-84775D1E0ED0}"/>
              </a:ext>
            </a:extLst>
          </p:cNvPr>
          <p:cNvSpPr/>
          <p:nvPr/>
        </p:nvSpPr>
        <p:spPr>
          <a:xfrm>
            <a:off x="6723388" y="1963449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endParaRPr lang="en-US" sz="16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2BFDE53B-2C5A-A43F-92DB-607115A4356C}"/>
              </a:ext>
            </a:extLst>
          </p:cNvPr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CCBC61B-2DFC-20FA-A97B-004F2D64DF77}"/>
              </a:ext>
            </a:extLst>
          </p:cNvPr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D71E68C-653D-B3E5-B6FF-8DFBC8498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7882" y="82374"/>
            <a:ext cx="7245646" cy="477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459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🌳  Offset. Neutralize. Contribute.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carbon neutralization pathways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697480" cy="33832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76200" cy="338328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107899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🌳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Tree Plantation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86 trees needed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5054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offset 150 kg CO₂/month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8163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mature tree absorbs ~21 kg CO₂/year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3383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IPCC / FAO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11480" y="3611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82112" y="1005840"/>
            <a:ext cx="2697480" cy="33832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182112" y="1005840"/>
            <a:ext cx="76200" cy="338328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273552" y="107899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☀️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273552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Rooftop Solar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73552" y="2103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3,600 kg CO₂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273552" y="25054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per year (3kW system)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9272" y="28163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MNRE: 3kW panel fully offsets avg Indian household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319272" y="3383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MNRE, 2023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319272" y="3611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89904" y="1005840"/>
            <a:ext cx="2697480" cy="33832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089904" y="1005840"/>
            <a:ext cx="76200" cy="33832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181344" y="107899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💳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6181344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Carbon Credits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181344" y="2103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 – $15 / tonne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181344" y="25054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voluntary carbon market price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27064" y="28163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carbon credit market growing rapidly post-Paris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27064" y="3383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Bank, 2023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227064" y="3611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📈  Why Now? Why India?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massive, underserved market at the intersection of climate &amp; tech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13258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76200" cy="132588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$1.8B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6642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carbon mgmt software market by 2028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202996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Mark Wide Research, 2025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13258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76200" cy="13258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337560" y="10789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23% CAGR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91840" y="16642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ESG software growth through 2027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91840" y="202996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MAXIMIZE MARKET RESEARCH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743200" cy="13258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126480" y="1005840"/>
            <a:ext cx="76200" cy="132588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263640" y="10789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500M+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17920" y="16642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users in India — mobile-first opportunity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217920" y="202996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TRAI 2023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468880"/>
            <a:ext cx="4114800" cy="21488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16A34A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11480" y="25420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 Target Users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29443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Students &amp; young professionals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2918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Corporates — ESG reporting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639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 NGOs &amp; sustainability orgs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39867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Government institutions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2468880"/>
            <a:ext cx="4206240" cy="21488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800600" y="254203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📜  Policy 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29443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CCUS Policy 2023 mandates carbon reporting for large industries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00600" y="32918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Star Rating expanding to consumer appliances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0600" y="36393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2070 Net Zero pledge drives awareness campaigns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00600" y="39867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 Agreement NDC: 45% emissions reduction by 2030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🛣️  What's Next for EcoTrack AI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overcome &amp; features on the horizon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37490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76200" cy="3749040"/>
          </a:xfrm>
          <a:prstGeom prst="rect">
            <a:avLst/>
          </a:prstGeom>
          <a:solidFill>
            <a:srgbClr val="F97316"/>
          </a:solidFill>
          <a:ln w="2286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0241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⚔️  Challenges Faced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Sourcing accurate India-specific emission data across all categories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13969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Building reliable ML regression model with limited initial training data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Bilingual (Hindi/English) NLP for AI chat interface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45643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Real-time API rate management with Gemini and Twilio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4206240" cy="37490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76200" cy="374904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828032" y="102412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  Future Roadmap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28032" y="148132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 AI food scanner via camera (image recognition)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28032" y="21214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B2B corporate ESG reporting dashboard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28032" y="276148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🛰️  IoT sensor integration for real-time home energy tracking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28032" y="340156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🪙  Blockchain-based carbon credit NFTs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28032" y="404164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Expansion to Southeast Asia emission factors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182880"/>
            <a:ext cx="3657600" cy="3657600"/>
          </a:xfrm>
          <a:prstGeom prst="ellipse">
            <a:avLst/>
          </a:prstGeom>
          <a:solidFill>
            <a:srgbClr val="1A7A3A">
              <a:alpha val="25000"/>
            </a:srgbClr>
          </a:solidFill>
          <a:ln w="12700">
            <a:solidFill>
              <a:srgbClr val="1A7A3A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22860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🌿  Join the Green Revolution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05156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76200" cy="105156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40080" y="9875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1 million Indians reduce their footprint by just 1 kg/day → 365,000 tonnes CO₂ saved/year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 to planting 17 million trees 🌳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8229600" cy="566928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0080" y="21214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needs 455 GW of renewable energy by 2030 — individual awareness is the critical first step  (MNRE Target)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814066"/>
            <a:ext cx="8229600" cy="1652778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9" name="Shape 17"/>
          <p:cNvSpPr/>
          <p:nvPr/>
        </p:nvSpPr>
        <p:spPr>
          <a:xfrm>
            <a:off x="457200" y="2814066"/>
            <a:ext cx="76200" cy="1616202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84632" y="281406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📱  QR Code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3709" y="363695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Scan to Demo </a:t>
            </a:r>
            <a:r>
              <a:rPr lang="en-US" sz="2000" dirty="0" smtClean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</a:p>
          <a:p>
            <a:pPr marL="0" indent="0">
              <a:buNone/>
            </a:pPr>
            <a:r>
              <a:rPr lang="en-US" sz="1200" dirty="0" smtClean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website in desktop mode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" y="4466844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❤️ for a Greener Tomorrow  •  EcoTrack AI © 2026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" y="422452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277989-8A8D-E992-AB96-0BE275281A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933" t="23467" r="20667" b="25956"/>
          <a:stretch>
            <a:fillRect/>
          </a:stretch>
        </p:blipFill>
        <p:spPr>
          <a:xfrm>
            <a:off x="4553709" y="2814066"/>
            <a:ext cx="2798066" cy="16457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1118</Words>
  <Application>Microsoft Office PowerPoint</Application>
  <PresentationFormat>On-screen Show (16:9)</PresentationFormat>
  <Paragraphs>263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EcoTrack AI — Carbon Footprint Intelligence Platform</dc:title>
  <dc:subject>PptxGenJS Presentation</dc:subject>
  <dc:creator>PptxGenJS</dc:creator>
  <cp:lastModifiedBy>DELL</cp:lastModifiedBy>
  <cp:revision>4</cp:revision>
  <dcterms:created xsi:type="dcterms:W3CDTF">2026-03-08T09:24:32Z</dcterms:created>
  <dcterms:modified xsi:type="dcterms:W3CDTF">2026-03-14T04:11:56Z</dcterms:modified>
</cp:coreProperties>
</file>