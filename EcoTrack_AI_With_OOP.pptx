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72" r:id="rId8"/>
    <p:sldId id="262" r:id="rId9"/>
    <p:sldId id="263" r:id="rId10"/>
    <p:sldId id="270" r:id="rId11"/>
    <p:sldId id="271" r:id="rId12"/>
    <p:sldId id="264" r:id="rId13"/>
    <p:sldId id="265" r:id="rId14"/>
    <p:sldId id="266" r:id="rId15"/>
    <p:sldId id="267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2F1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FD1A4FC-6413-42B0-A12E-5C1C8D978F7F}" v="9" dt="2026-03-09T04:58:49.25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20" autoAdjust="0"/>
    <p:restoredTop sz="94610"/>
  </p:normalViewPr>
  <p:slideViewPr>
    <p:cSldViewPr snapToGrid="0" snapToObjects="1">
      <p:cViewPr>
        <p:scale>
          <a:sx n="115" d="100"/>
          <a:sy n="115" d="100"/>
        </p:scale>
        <p:origin x="45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ITYA SINGH" userId="369a6a1a915cd243" providerId="LiveId" clId="{AA1C8823-3B61-4950-9D81-BE5729D0FAFE}"/>
    <pc:docChg chg="undo custSel addSld delSld modSld">
      <pc:chgData name="ADITYA SINGH" userId="369a6a1a915cd243" providerId="LiveId" clId="{AA1C8823-3B61-4950-9D81-BE5729D0FAFE}" dt="2026-03-09T05:17:51.582" v="723" actId="14100"/>
      <pc:docMkLst>
        <pc:docMk/>
      </pc:docMkLst>
      <pc:sldChg chg="delSp modSp mod">
        <pc:chgData name="ADITYA SINGH" userId="369a6a1a915cd243" providerId="LiveId" clId="{AA1C8823-3B61-4950-9D81-BE5729D0FAFE}" dt="2026-03-09T04:00:25.889" v="4" actId="478"/>
        <pc:sldMkLst>
          <pc:docMk/>
          <pc:sldMk cId="0" sldId="256"/>
        </pc:sldMkLst>
        <pc:spChg chg="del">
          <ac:chgData name="ADITYA SINGH" userId="369a6a1a915cd243" providerId="LiveId" clId="{AA1C8823-3B61-4950-9D81-BE5729D0FAFE}" dt="2026-03-09T04:00:05.599" v="0" actId="478"/>
          <ac:spMkLst>
            <pc:docMk/>
            <pc:sldMk cId="0" sldId="256"/>
            <ac:spMk id="7" creationId="{00000000-0000-0000-0000-000000000000}"/>
          </ac:spMkLst>
        </pc:spChg>
        <pc:spChg chg="del">
          <ac:chgData name="ADITYA SINGH" userId="369a6a1a915cd243" providerId="LiveId" clId="{AA1C8823-3B61-4950-9D81-BE5729D0FAFE}" dt="2026-03-09T04:00:25.889" v="4" actId="478"/>
          <ac:spMkLst>
            <pc:docMk/>
            <pc:sldMk cId="0" sldId="256"/>
            <ac:spMk id="8" creationId="{00000000-0000-0000-0000-000000000000}"/>
          </ac:spMkLst>
        </pc:spChg>
        <pc:spChg chg="del mod">
          <ac:chgData name="ADITYA SINGH" userId="369a6a1a915cd243" providerId="LiveId" clId="{AA1C8823-3B61-4950-9D81-BE5729D0FAFE}" dt="2026-03-09T04:00:17.151" v="2" actId="478"/>
          <ac:spMkLst>
            <pc:docMk/>
            <pc:sldMk cId="0" sldId="256"/>
            <ac:spMk id="9" creationId="{00000000-0000-0000-0000-000000000000}"/>
          </ac:spMkLst>
        </pc:spChg>
        <pc:spChg chg="del">
          <ac:chgData name="ADITYA SINGH" userId="369a6a1a915cd243" providerId="LiveId" clId="{AA1C8823-3B61-4950-9D81-BE5729D0FAFE}" dt="2026-03-09T04:00:23.344" v="3" actId="478"/>
          <ac:spMkLst>
            <pc:docMk/>
            <pc:sldMk cId="0" sldId="256"/>
            <ac:spMk id="10" creationId="{00000000-0000-0000-0000-000000000000}"/>
          </ac:spMkLst>
        </pc:spChg>
      </pc:sldChg>
      <pc:sldChg chg="modSp mod">
        <pc:chgData name="ADITYA SINGH" userId="369a6a1a915cd243" providerId="LiveId" clId="{AA1C8823-3B61-4950-9D81-BE5729D0FAFE}" dt="2026-03-09T05:12:09.787" v="702" actId="1076"/>
        <pc:sldMkLst>
          <pc:docMk/>
          <pc:sldMk cId="0" sldId="257"/>
        </pc:sldMkLst>
        <pc:spChg chg="mod">
          <ac:chgData name="ADITYA SINGH" userId="369a6a1a915cd243" providerId="LiveId" clId="{AA1C8823-3B61-4950-9D81-BE5729D0FAFE}" dt="2026-03-09T05:12:09.787" v="702" actId="1076"/>
          <ac:spMkLst>
            <pc:docMk/>
            <pc:sldMk cId="0" sldId="257"/>
            <ac:spMk id="22" creationId="{00000000-0000-0000-0000-000000000000}"/>
          </ac:spMkLst>
        </pc:spChg>
        <pc:spChg chg="mod">
          <ac:chgData name="ADITYA SINGH" userId="369a6a1a915cd243" providerId="LiveId" clId="{AA1C8823-3B61-4950-9D81-BE5729D0FAFE}" dt="2026-03-09T04:32:09.536" v="154" actId="20577"/>
          <ac:spMkLst>
            <pc:docMk/>
            <pc:sldMk cId="0" sldId="257"/>
            <ac:spMk id="28" creationId="{00000000-0000-0000-0000-000000000000}"/>
          </ac:spMkLst>
        </pc:spChg>
      </pc:sldChg>
      <pc:sldChg chg="addSp delSp modSp mod">
        <pc:chgData name="ADITYA SINGH" userId="369a6a1a915cd243" providerId="LiveId" clId="{AA1C8823-3B61-4950-9D81-BE5729D0FAFE}" dt="2026-03-09T04:14:49.453" v="53" actId="20577"/>
        <pc:sldMkLst>
          <pc:docMk/>
          <pc:sldMk cId="0" sldId="260"/>
        </pc:sldMkLst>
        <pc:spChg chg="add del">
          <ac:chgData name="ADITYA SINGH" userId="369a6a1a915cd243" providerId="LiveId" clId="{AA1C8823-3B61-4950-9D81-BE5729D0FAFE}" dt="2026-03-09T04:14:26.091" v="13" actId="478"/>
          <ac:spMkLst>
            <pc:docMk/>
            <pc:sldMk cId="0" sldId="260"/>
            <ac:spMk id="33" creationId="{00000000-0000-0000-0000-000000000000}"/>
          </ac:spMkLst>
        </pc:spChg>
        <pc:spChg chg="mod">
          <ac:chgData name="ADITYA SINGH" userId="369a6a1a915cd243" providerId="LiveId" clId="{AA1C8823-3B61-4950-9D81-BE5729D0FAFE}" dt="2026-03-09T04:14:33.676" v="27" actId="20577"/>
          <ac:spMkLst>
            <pc:docMk/>
            <pc:sldMk cId="0" sldId="260"/>
            <ac:spMk id="36" creationId="{00000000-0000-0000-0000-000000000000}"/>
          </ac:spMkLst>
        </pc:spChg>
        <pc:spChg chg="mod">
          <ac:chgData name="ADITYA SINGH" userId="369a6a1a915cd243" providerId="LiveId" clId="{AA1C8823-3B61-4950-9D81-BE5729D0FAFE}" dt="2026-03-09T04:14:49.453" v="53" actId="20577"/>
          <ac:spMkLst>
            <pc:docMk/>
            <pc:sldMk cId="0" sldId="260"/>
            <ac:spMk id="37" creationId="{00000000-0000-0000-0000-000000000000}"/>
          </ac:spMkLst>
        </pc:spChg>
      </pc:sldChg>
      <pc:sldChg chg="modSp mod">
        <pc:chgData name="ADITYA SINGH" userId="369a6a1a915cd243" providerId="LiveId" clId="{AA1C8823-3B61-4950-9D81-BE5729D0FAFE}" dt="2026-03-09T04:20:39.801" v="139" actId="20577"/>
        <pc:sldMkLst>
          <pc:docMk/>
          <pc:sldMk cId="0" sldId="261"/>
        </pc:sldMkLst>
        <pc:spChg chg="mod">
          <ac:chgData name="ADITYA SINGH" userId="369a6a1a915cd243" providerId="LiveId" clId="{AA1C8823-3B61-4950-9D81-BE5729D0FAFE}" dt="2026-03-09T04:15:52.748" v="80" actId="20577"/>
          <ac:spMkLst>
            <pc:docMk/>
            <pc:sldMk cId="0" sldId="261"/>
            <ac:spMk id="6" creationId="{00000000-0000-0000-0000-000000000000}"/>
          </ac:spMkLst>
        </pc:spChg>
        <pc:spChg chg="mod">
          <ac:chgData name="ADITYA SINGH" userId="369a6a1a915cd243" providerId="LiveId" clId="{AA1C8823-3B61-4950-9D81-BE5729D0FAFE}" dt="2026-03-09T04:16:40.638" v="82" actId="20577"/>
          <ac:spMkLst>
            <pc:docMk/>
            <pc:sldMk cId="0" sldId="261"/>
            <ac:spMk id="10" creationId="{00000000-0000-0000-0000-000000000000}"/>
          </ac:spMkLst>
        </pc:spChg>
        <pc:spChg chg="mod">
          <ac:chgData name="ADITYA SINGH" userId="369a6a1a915cd243" providerId="LiveId" clId="{AA1C8823-3B61-4950-9D81-BE5729D0FAFE}" dt="2026-03-09T04:20:39.801" v="139" actId="20577"/>
          <ac:spMkLst>
            <pc:docMk/>
            <pc:sldMk cId="0" sldId="261"/>
            <ac:spMk id="14" creationId="{00000000-0000-0000-0000-000000000000}"/>
          </ac:spMkLst>
        </pc:spChg>
        <pc:spChg chg="mod">
          <ac:chgData name="ADITYA SINGH" userId="369a6a1a915cd243" providerId="LiveId" clId="{AA1C8823-3B61-4950-9D81-BE5729D0FAFE}" dt="2026-03-09T04:03:09.133" v="5" actId="1038"/>
          <ac:spMkLst>
            <pc:docMk/>
            <pc:sldMk cId="0" sldId="261"/>
            <ac:spMk id="15" creationId="{00000000-0000-0000-0000-000000000000}"/>
          </ac:spMkLst>
        </pc:spChg>
        <pc:spChg chg="mod">
          <ac:chgData name="ADITYA SINGH" userId="369a6a1a915cd243" providerId="LiveId" clId="{AA1C8823-3B61-4950-9D81-BE5729D0FAFE}" dt="2026-03-09T04:03:18.820" v="11" actId="20577"/>
          <ac:spMkLst>
            <pc:docMk/>
            <pc:sldMk cId="0" sldId="261"/>
            <ac:spMk id="17" creationId="{00000000-0000-0000-0000-000000000000}"/>
          </ac:spMkLst>
        </pc:spChg>
      </pc:sldChg>
      <pc:sldChg chg="modSp mod">
        <pc:chgData name="ADITYA SINGH" userId="369a6a1a915cd243" providerId="LiveId" clId="{AA1C8823-3B61-4950-9D81-BE5729D0FAFE}" dt="2026-03-09T04:29:39.393" v="148" actId="255"/>
        <pc:sldMkLst>
          <pc:docMk/>
          <pc:sldMk cId="0" sldId="262"/>
        </pc:sldMkLst>
        <pc:spChg chg="mod">
          <ac:chgData name="ADITYA SINGH" userId="369a6a1a915cd243" providerId="LiveId" clId="{AA1C8823-3B61-4950-9D81-BE5729D0FAFE}" dt="2026-03-09T04:23:09.739" v="147" actId="20577"/>
          <ac:spMkLst>
            <pc:docMk/>
            <pc:sldMk cId="0" sldId="262"/>
            <ac:spMk id="20" creationId="{00000000-0000-0000-0000-000000000000}"/>
          </ac:spMkLst>
        </pc:spChg>
        <pc:spChg chg="mod">
          <ac:chgData name="ADITYA SINGH" userId="369a6a1a915cd243" providerId="LiveId" clId="{AA1C8823-3B61-4950-9D81-BE5729D0FAFE}" dt="2026-03-09T04:29:39.393" v="148" actId="255"/>
          <ac:spMkLst>
            <pc:docMk/>
            <pc:sldMk cId="0" sldId="262"/>
            <ac:spMk id="33" creationId="{00000000-0000-0000-0000-000000000000}"/>
          </ac:spMkLst>
        </pc:spChg>
      </pc:sldChg>
      <pc:sldChg chg="addSp delSp modSp mod">
        <pc:chgData name="ADITYA SINGH" userId="369a6a1a915cd243" providerId="LiveId" clId="{AA1C8823-3B61-4950-9D81-BE5729D0FAFE}" dt="2026-03-09T04:51:06.670" v="254" actId="255"/>
        <pc:sldMkLst>
          <pc:docMk/>
          <pc:sldMk cId="0" sldId="263"/>
        </pc:sldMkLst>
        <pc:spChg chg="mod">
          <ac:chgData name="ADITYA SINGH" userId="369a6a1a915cd243" providerId="LiveId" clId="{AA1C8823-3B61-4950-9D81-BE5729D0FAFE}" dt="2026-03-09T04:49:21.465" v="241" actId="6549"/>
          <ac:spMkLst>
            <pc:docMk/>
            <pc:sldMk cId="0" sldId="263"/>
            <ac:spMk id="3" creationId="{00000000-0000-0000-0000-000000000000}"/>
          </ac:spMkLst>
        </pc:spChg>
        <pc:spChg chg="mod">
          <ac:chgData name="ADITYA SINGH" userId="369a6a1a915cd243" providerId="LiveId" clId="{AA1C8823-3B61-4950-9D81-BE5729D0FAFE}" dt="2026-03-09T04:49:40.281" v="244" actId="14100"/>
          <ac:spMkLst>
            <pc:docMk/>
            <pc:sldMk cId="0" sldId="263"/>
            <ac:spMk id="4" creationId="{00000000-0000-0000-0000-000000000000}"/>
          </ac:spMkLst>
        </pc:spChg>
        <pc:spChg chg="mod">
          <ac:chgData name="ADITYA SINGH" userId="369a6a1a915cd243" providerId="LiveId" clId="{AA1C8823-3B61-4950-9D81-BE5729D0FAFE}" dt="2026-03-09T04:48:41.675" v="236" actId="14100"/>
          <ac:spMkLst>
            <pc:docMk/>
            <pc:sldMk cId="0" sldId="263"/>
            <ac:spMk id="6" creationId="{00000000-0000-0000-0000-000000000000}"/>
          </ac:spMkLst>
        </pc:spChg>
        <pc:spChg chg="mod">
          <ac:chgData name="ADITYA SINGH" userId="369a6a1a915cd243" providerId="LiveId" clId="{AA1C8823-3B61-4950-9D81-BE5729D0FAFE}" dt="2026-03-09T04:39:12.121" v="166" actId="20577"/>
          <ac:spMkLst>
            <pc:docMk/>
            <pc:sldMk cId="0" sldId="263"/>
            <ac:spMk id="9" creationId="{00000000-0000-0000-0000-000000000000}"/>
          </ac:spMkLst>
        </pc:spChg>
        <pc:spChg chg="mod">
          <ac:chgData name="ADITYA SINGH" userId="369a6a1a915cd243" providerId="LiveId" clId="{AA1C8823-3B61-4950-9D81-BE5729D0FAFE}" dt="2026-03-09T04:39:38.688" v="185" actId="20577"/>
          <ac:spMkLst>
            <pc:docMk/>
            <pc:sldMk cId="0" sldId="263"/>
            <ac:spMk id="10" creationId="{00000000-0000-0000-0000-000000000000}"/>
          </ac:spMkLst>
        </pc:spChg>
        <pc:spChg chg="mod">
          <ac:chgData name="ADITYA SINGH" userId="369a6a1a915cd243" providerId="LiveId" clId="{AA1C8823-3B61-4950-9D81-BE5729D0FAFE}" dt="2026-03-09T04:50:56.212" v="253" actId="255"/>
          <ac:spMkLst>
            <pc:docMk/>
            <pc:sldMk cId="0" sldId="263"/>
            <ac:spMk id="11" creationId="{00000000-0000-0000-0000-000000000000}"/>
          </ac:spMkLst>
        </pc:spChg>
        <pc:spChg chg="mod">
          <ac:chgData name="ADITYA SINGH" userId="369a6a1a915cd243" providerId="LiveId" clId="{AA1C8823-3B61-4950-9D81-BE5729D0FAFE}" dt="2026-03-09T04:51:06.670" v="254" actId="255"/>
          <ac:spMkLst>
            <pc:docMk/>
            <pc:sldMk cId="0" sldId="263"/>
            <ac:spMk id="12" creationId="{00000000-0000-0000-0000-000000000000}"/>
          </ac:spMkLst>
        </pc:spChg>
        <pc:spChg chg="del">
          <ac:chgData name="ADITYA SINGH" userId="369a6a1a915cd243" providerId="LiveId" clId="{AA1C8823-3B61-4950-9D81-BE5729D0FAFE}" dt="2026-03-09T04:46:21.611" v="213" actId="478"/>
          <ac:spMkLst>
            <pc:docMk/>
            <pc:sldMk cId="0" sldId="263"/>
            <ac:spMk id="13" creationId="{00000000-0000-0000-0000-000000000000}"/>
          </ac:spMkLst>
        </pc:spChg>
        <pc:spChg chg="del">
          <ac:chgData name="ADITYA SINGH" userId="369a6a1a915cd243" providerId="LiveId" clId="{AA1C8823-3B61-4950-9D81-BE5729D0FAFE}" dt="2026-03-09T04:46:21.611" v="213" actId="478"/>
          <ac:spMkLst>
            <pc:docMk/>
            <pc:sldMk cId="0" sldId="263"/>
            <ac:spMk id="14" creationId="{00000000-0000-0000-0000-000000000000}"/>
          </ac:spMkLst>
        </pc:spChg>
        <pc:spChg chg="del">
          <ac:chgData name="ADITYA SINGH" userId="369a6a1a915cd243" providerId="LiveId" clId="{AA1C8823-3B61-4950-9D81-BE5729D0FAFE}" dt="2026-03-09T04:46:21.611" v="213" actId="478"/>
          <ac:spMkLst>
            <pc:docMk/>
            <pc:sldMk cId="0" sldId="263"/>
            <ac:spMk id="15" creationId="{00000000-0000-0000-0000-000000000000}"/>
          </ac:spMkLst>
        </pc:spChg>
        <pc:spChg chg="del">
          <ac:chgData name="ADITYA SINGH" userId="369a6a1a915cd243" providerId="LiveId" clId="{AA1C8823-3B61-4950-9D81-BE5729D0FAFE}" dt="2026-03-09T04:46:21.611" v="213" actId="478"/>
          <ac:spMkLst>
            <pc:docMk/>
            <pc:sldMk cId="0" sldId="263"/>
            <ac:spMk id="16" creationId="{00000000-0000-0000-0000-000000000000}"/>
          </ac:spMkLst>
        </pc:spChg>
        <pc:spChg chg="del">
          <ac:chgData name="ADITYA SINGH" userId="369a6a1a915cd243" providerId="LiveId" clId="{AA1C8823-3B61-4950-9D81-BE5729D0FAFE}" dt="2026-03-09T04:46:21.611" v="213" actId="478"/>
          <ac:spMkLst>
            <pc:docMk/>
            <pc:sldMk cId="0" sldId="263"/>
            <ac:spMk id="17" creationId="{00000000-0000-0000-0000-000000000000}"/>
          </ac:spMkLst>
        </pc:spChg>
        <pc:spChg chg="del">
          <ac:chgData name="ADITYA SINGH" userId="369a6a1a915cd243" providerId="LiveId" clId="{AA1C8823-3B61-4950-9D81-BE5729D0FAFE}" dt="2026-03-09T04:46:21.611" v="213" actId="478"/>
          <ac:spMkLst>
            <pc:docMk/>
            <pc:sldMk cId="0" sldId="263"/>
            <ac:spMk id="18" creationId="{00000000-0000-0000-0000-000000000000}"/>
          </ac:spMkLst>
        </pc:spChg>
        <pc:spChg chg="del">
          <ac:chgData name="ADITYA SINGH" userId="369a6a1a915cd243" providerId="LiveId" clId="{AA1C8823-3B61-4950-9D81-BE5729D0FAFE}" dt="2026-03-09T04:46:21.611" v="213" actId="478"/>
          <ac:spMkLst>
            <pc:docMk/>
            <pc:sldMk cId="0" sldId="263"/>
            <ac:spMk id="19" creationId="{00000000-0000-0000-0000-000000000000}"/>
          </ac:spMkLst>
        </pc:spChg>
        <pc:spChg chg="del">
          <ac:chgData name="ADITYA SINGH" userId="369a6a1a915cd243" providerId="LiveId" clId="{AA1C8823-3B61-4950-9D81-BE5729D0FAFE}" dt="2026-03-09T04:46:21.611" v="213" actId="478"/>
          <ac:spMkLst>
            <pc:docMk/>
            <pc:sldMk cId="0" sldId="263"/>
            <ac:spMk id="20" creationId="{00000000-0000-0000-0000-000000000000}"/>
          </ac:spMkLst>
        </pc:spChg>
        <pc:spChg chg="del">
          <ac:chgData name="ADITYA SINGH" userId="369a6a1a915cd243" providerId="LiveId" clId="{AA1C8823-3B61-4950-9D81-BE5729D0FAFE}" dt="2026-03-09T04:46:21.611" v="213" actId="478"/>
          <ac:spMkLst>
            <pc:docMk/>
            <pc:sldMk cId="0" sldId="263"/>
            <ac:spMk id="21" creationId="{00000000-0000-0000-0000-000000000000}"/>
          </ac:spMkLst>
        </pc:spChg>
        <pc:spChg chg="del">
          <ac:chgData name="ADITYA SINGH" userId="369a6a1a915cd243" providerId="LiveId" clId="{AA1C8823-3B61-4950-9D81-BE5729D0FAFE}" dt="2026-03-09T04:45:41.643" v="208" actId="478"/>
          <ac:spMkLst>
            <pc:docMk/>
            <pc:sldMk cId="0" sldId="263"/>
            <ac:spMk id="22" creationId="{00000000-0000-0000-0000-000000000000}"/>
          </ac:spMkLst>
        </pc:spChg>
        <pc:spChg chg="del">
          <ac:chgData name="ADITYA SINGH" userId="369a6a1a915cd243" providerId="LiveId" clId="{AA1C8823-3B61-4950-9D81-BE5729D0FAFE}" dt="2026-03-09T04:45:59.648" v="210" actId="478"/>
          <ac:spMkLst>
            <pc:docMk/>
            <pc:sldMk cId="0" sldId="263"/>
            <ac:spMk id="23" creationId="{00000000-0000-0000-0000-000000000000}"/>
          </ac:spMkLst>
        </pc:spChg>
        <pc:spChg chg="del">
          <ac:chgData name="ADITYA SINGH" userId="369a6a1a915cd243" providerId="LiveId" clId="{AA1C8823-3B61-4950-9D81-BE5729D0FAFE}" dt="2026-03-09T04:45:56.732" v="209" actId="478"/>
          <ac:spMkLst>
            <pc:docMk/>
            <pc:sldMk cId="0" sldId="263"/>
            <ac:spMk id="24" creationId="{00000000-0000-0000-0000-000000000000}"/>
          </ac:spMkLst>
        </pc:spChg>
        <pc:spChg chg="del">
          <ac:chgData name="ADITYA SINGH" userId="369a6a1a915cd243" providerId="LiveId" clId="{AA1C8823-3B61-4950-9D81-BE5729D0FAFE}" dt="2026-03-09T04:45:56.732" v="209" actId="478"/>
          <ac:spMkLst>
            <pc:docMk/>
            <pc:sldMk cId="0" sldId="263"/>
            <ac:spMk id="25" creationId="{00000000-0000-0000-0000-000000000000}"/>
          </ac:spMkLst>
        </pc:spChg>
        <pc:spChg chg="del">
          <ac:chgData name="ADITYA SINGH" userId="369a6a1a915cd243" providerId="LiveId" clId="{AA1C8823-3B61-4950-9D81-BE5729D0FAFE}" dt="2026-03-09T04:45:56.732" v="209" actId="478"/>
          <ac:spMkLst>
            <pc:docMk/>
            <pc:sldMk cId="0" sldId="263"/>
            <ac:spMk id="26" creationId="{00000000-0000-0000-0000-000000000000}"/>
          </ac:spMkLst>
        </pc:spChg>
        <pc:spChg chg="del">
          <ac:chgData name="ADITYA SINGH" userId="369a6a1a915cd243" providerId="LiveId" clId="{AA1C8823-3B61-4950-9D81-BE5729D0FAFE}" dt="2026-03-09T04:45:56.732" v="209" actId="478"/>
          <ac:spMkLst>
            <pc:docMk/>
            <pc:sldMk cId="0" sldId="263"/>
            <ac:spMk id="27" creationId="{00000000-0000-0000-0000-000000000000}"/>
          </ac:spMkLst>
        </pc:spChg>
        <pc:spChg chg="del">
          <ac:chgData name="ADITYA SINGH" userId="369a6a1a915cd243" providerId="LiveId" clId="{AA1C8823-3B61-4950-9D81-BE5729D0FAFE}" dt="2026-03-09T04:45:56.732" v="209" actId="478"/>
          <ac:spMkLst>
            <pc:docMk/>
            <pc:sldMk cId="0" sldId="263"/>
            <ac:spMk id="28" creationId="{00000000-0000-0000-0000-000000000000}"/>
          </ac:spMkLst>
        </pc:spChg>
        <pc:spChg chg="del">
          <ac:chgData name="ADITYA SINGH" userId="369a6a1a915cd243" providerId="LiveId" clId="{AA1C8823-3B61-4950-9D81-BE5729D0FAFE}" dt="2026-03-09T04:45:56.732" v="209" actId="478"/>
          <ac:spMkLst>
            <pc:docMk/>
            <pc:sldMk cId="0" sldId="263"/>
            <ac:spMk id="29" creationId="{00000000-0000-0000-0000-000000000000}"/>
          </ac:spMkLst>
        </pc:spChg>
        <pc:spChg chg="del">
          <ac:chgData name="ADITYA SINGH" userId="369a6a1a915cd243" providerId="LiveId" clId="{AA1C8823-3B61-4950-9D81-BE5729D0FAFE}" dt="2026-03-09T04:45:56.732" v="209" actId="478"/>
          <ac:spMkLst>
            <pc:docMk/>
            <pc:sldMk cId="0" sldId="263"/>
            <ac:spMk id="30" creationId="{00000000-0000-0000-0000-000000000000}"/>
          </ac:spMkLst>
        </pc:spChg>
        <pc:spChg chg="del">
          <ac:chgData name="ADITYA SINGH" userId="369a6a1a915cd243" providerId="LiveId" clId="{AA1C8823-3B61-4950-9D81-BE5729D0FAFE}" dt="2026-03-09T04:46:27.655" v="214" actId="478"/>
          <ac:spMkLst>
            <pc:docMk/>
            <pc:sldMk cId="0" sldId="263"/>
            <ac:spMk id="31" creationId="{00000000-0000-0000-0000-000000000000}"/>
          </ac:spMkLst>
        </pc:spChg>
        <pc:spChg chg="del">
          <ac:chgData name="ADITYA SINGH" userId="369a6a1a915cd243" providerId="LiveId" clId="{AA1C8823-3B61-4950-9D81-BE5729D0FAFE}" dt="2026-03-09T04:46:27.655" v="214" actId="478"/>
          <ac:spMkLst>
            <pc:docMk/>
            <pc:sldMk cId="0" sldId="263"/>
            <ac:spMk id="32" creationId="{00000000-0000-0000-0000-000000000000}"/>
          </ac:spMkLst>
        </pc:spChg>
        <pc:spChg chg="del">
          <ac:chgData name="ADITYA SINGH" userId="369a6a1a915cd243" providerId="LiveId" clId="{AA1C8823-3B61-4950-9D81-BE5729D0FAFE}" dt="2026-03-09T04:46:27.655" v="214" actId="478"/>
          <ac:spMkLst>
            <pc:docMk/>
            <pc:sldMk cId="0" sldId="263"/>
            <ac:spMk id="33" creationId="{00000000-0000-0000-0000-000000000000}"/>
          </ac:spMkLst>
        </pc:spChg>
        <pc:spChg chg="del">
          <ac:chgData name="ADITYA SINGH" userId="369a6a1a915cd243" providerId="LiveId" clId="{AA1C8823-3B61-4950-9D81-BE5729D0FAFE}" dt="2026-03-09T04:46:27.655" v="214" actId="478"/>
          <ac:spMkLst>
            <pc:docMk/>
            <pc:sldMk cId="0" sldId="263"/>
            <ac:spMk id="34" creationId="{00000000-0000-0000-0000-000000000000}"/>
          </ac:spMkLst>
        </pc:spChg>
        <pc:spChg chg="del">
          <ac:chgData name="ADITYA SINGH" userId="369a6a1a915cd243" providerId="LiveId" clId="{AA1C8823-3B61-4950-9D81-BE5729D0FAFE}" dt="2026-03-09T04:46:27.655" v="214" actId="478"/>
          <ac:spMkLst>
            <pc:docMk/>
            <pc:sldMk cId="0" sldId="263"/>
            <ac:spMk id="35" creationId="{00000000-0000-0000-0000-000000000000}"/>
          </ac:spMkLst>
        </pc:spChg>
        <pc:spChg chg="del">
          <ac:chgData name="ADITYA SINGH" userId="369a6a1a915cd243" providerId="LiveId" clId="{AA1C8823-3B61-4950-9D81-BE5729D0FAFE}" dt="2026-03-09T04:46:27.655" v="214" actId="478"/>
          <ac:spMkLst>
            <pc:docMk/>
            <pc:sldMk cId="0" sldId="263"/>
            <ac:spMk id="36" creationId="{00000000-0000-0000-0000-000000000000}"/>
          </ac:spMkLst>
        </pc:spChg>
        <pc:spChg chg="del">
          <ac:chgData name="ADITYA SINGH" userId="369a6a1a915cd243" providerId="LiveId" clId="{AA1C8823-3B61-4950-9D81-BE5729D0FAFE}" dt="2026-03-09T04:46:27.655" v="214" actId="478"/>
          <ac:spMkLst>
            <pc:docMk/>
            <pc:sldMk cId="0" sldId="263"/>
            <ac:spMk id="37" creationId="{00000000-0000-0000-0000-000000000000}"/>
          </ac:spMkLst>
        </pc:spChg>
        <pc:spChg chg="del">
          <ac:chgData name="ADITYA SINGH" userId="369a6a1a915cd243" providerId="LiveId" clId="{AA1C8823-3B61-4950-9D81-BE5729D0FAFE}" dt="2026-03-09T04:46:27.655" v="214" actId="478"/>
          <ac:spMkLst>
            <pc:docMk/>
            <pc:sldMk cId="0" sldId="263"/>
            <ac:spMk id="38" creationId="{00000000-0000-0000-0000-000000000000}"/>
          </ac:spMkLst>
        </pc:spChg>
        <pc:spChg chg="del">
          <ac:chgData name="ADITYA SINGH" userId="369a6a1a915cd243" providerId="LiveId" clId="{AA1C8823-3B61-4950-9D81-BE5729D0FAFE}" dt="2026-03-09T04:46:27.655" v="214" actId="478"/>
          <ac:spMkLst>
            <pc:docMk/>
            <pc:sldMk cId="0" sldId="263"/>
            <ac:spMk id="39" creationId="{00000000-0000-0000-0000-000000000000}"/>
          </ac:spMkLst>
        </pc:spChg>
        <pc:spChg chg="add mod">
          <ac:chgData name="ADITYA SINGH" userId="369a6a1a915cd243" providerId="LiveId" clId="{AA1C8823-3B61-4950-9D81-BE5729D0FAFE}" dt="2026-03-09T04:46:10.036" v="212" actId="571"/>
          <ac:spMkLst>
            <pc:docMk/>
            <pc:sldMk cId="0" sldId="263"/>
            <ac:spMk id="44" creationId="{FFDD676B-E19E-45FA-1710-5A9962E691C0}"/>
          </ac:spMkLst>
        </pc:spChg>
        <pc:picChg chg="add mod modCrop">
          <ac:chgData name="ADITYA SINGH" userId="369a6a1a915cd243" providerId="LiveId" clId="{AA1C8823-3B61-4950-9D81-BE5729D0FAFE}" dt="2026-03-09T04:50:39.921" v="252" actId="14100"/>
          <ac:picMkLst>
            <pc:docMk/>
            <pc:sldMk cId="0" sldId="263"/>
            <ac:picMk id="43" creationId="{8A520611-F62E-3C30-F498-C5CA8C4AF828}"/>
          </ac:picMkLst>
        </pc:picChg>
      </pc:sldChg>
      <pc:sldChg chg="modSp mod">
        <pc:chgData name="ADITYA SINGH" userId="369a6a1a915cd243" providerId="LiveId" clId="{AA1C8823-3B61-4950-9D81-BE5729D0FAFE}" dt="2026-03-09T05:07:01.407" v="621" actId="6549"/>
        <pc:sldMkLst>
          <pc:docMk/>
          <pc:sldMk cId="0" sldId="264"/>
        </pc:sldMkLst>
        <pc:spChg chg="mod">
          <ac:chgData name="ADITYA SINGH" userId="369a6a1a915cd243" providerId="LiveId" clId="{AA1C8823-3B61-4950-9D81-BE5729D0FAFE}" dt="2026-03-09T05:06:53.346" v="619" actId="6549"/>
          <ac:spMkLst>
            <pc:docMk/>
            <pc:sldMk cId="0" sldId="264"/>
            <ac:spMk id="12" creationId="{00000000-0000-0000-0000-000000000000}"/>
          </ac:spMkLst>
        </pc:spChg>
        <pc:spChg chg="mod">
          <ac:chgData name="ADITYA SINGH" userId="369a6a1a915cd243" providerId="LiveId" clId="{AA1C8823-3B61-4950-9D81-BE5729D0FAFE}" dt="2026-03-09T05:06:57.367" v="620" actId="6549"/>
          <ac:spMkLst>
            <pc:docMk/>
            <pc:sldMk cId="0" sldId="264"/>
            <ac:spMk id="21" creationId="{00000000-0000-0000-0000-000000000000}"/>
          </ac:spMkLst>
        </pc:spChg>
        <pc:spChg chg="mod">
          <ac:chgData name="ADITYA SINGH" userId="369a6a1a915cd243" providerId="LiveId" clId="{AA1C8823-3B61-4950-9D81-BE5729D0FAFE}" dt="2026-03-09T05:07:01.407" v="621" actId="6549"/>
          <ac:spMkLst>
            <pc:docMk/>
            <pc:sldMk cId="0" sldId="264"/>
            <ac:spMk id="30" creationId="{00000000-0000-0000-0000-000000000000}"/>
          </ac:spMkLst>
        </pc:spChg>
      </pc:sldChg>
      <pc:sldChg chg="modSp mod">
        <pc:chgData name="ADITYA SINGH" userId="369a6a1a915cd243" providerId="LiveId" clId="{AA1C8823-3B61-4950-9D81-BE5729D0FAFE}" dt="2026-03-09T05:11:42.473" v="700" actId="20577"/>
        <pc:sldMkLst>
          <pc:docMk/>
          <pc:sldMk cId="0" sldId="265"/>
        </pc:sldMkLst>
        <pc:spChg chg="mod">
          <ac:chgData name="ADITYA SINGH" userId="369a6a1a915cd243" providerId="LiveId" clId="{AA1C8823-3B61-4950-9D81-BE5729D0FAFE}" dt="2026-03-09T05:08:22.997" v="624" actId="20577"/>
          <ac:spMkLst>
            <pc:docMk/>
            <pc:sldMk cId="0" sldId="265"/>
            <ac:spMk id="6" creationId="{00000000-0000-0000-0000-000000000000}"/>
          </ac:spMkLst>
        </pc:spChg>
        <pc:spChg chg="mod">
          <ac:chgData name="ADITYA SINGH" userId="369a6a1a915cd243" providerId="LiveId" clId="{AA1C8823-3B61-4950-9D81-BE5729D0FAFE}" dt="2026-03-09T05:08:59.197" v="653" actId="20577"/>
          <ac:spMkLst>
            <pc:docMk/>
            <pc:sldMk cId="0" sldId="265"/>
            <ac:spMk id="8" creationId="{00000000-0000-0000-0000-000000000000}"/>
          </ac:spMkLst>
        </pc:spChg>
        <pc:spChg chg="mod">
          <ac:chgData name="ADITYA SINGH" userId="369a6a1a915cd243" providerId="LiveId" clId="{AA1C8823-3B61-4950-9D81-BE5729D0FAFE}" dt="2026-03-09T05:11:42.473" v="700" actId="20577"/>
          <ac:spMkLst>
            <pc:docMk/>
            <pc:sldMk cId="0" sldId="265"/>
            <ac:spMk id="13" creationId="{00000000-0000-0000-0000-000000000000}"/>
          </ac:spMkLst>
        </pc:spChg>
        <pc:spChg chg="mod">
          <ac:chgData name="ADITYA SINGH" userId="369a6a1a915cd243" providerId="LiveId" clId="{AA1C8823-3B61-4950-9D81-BE5729D0FAFE}" dt="2026-03-09T05:09:50.985" v="662" actId="20577"/>
          <ac:spMkLst>
            <pc:docMk/>
            <pc:sldMk cId="0" sldId="265"/>
            <ac:spMk id="26" creationId="{00000000-0000-0000-0000-000000000000}"/>
          </ac:spMkLst>
        </pc:spChg>
      </pc:sldChg>
      <pc:sldChg chg="delSp modSp mod">
        <pc:chgData name="ADITYA SINGH" userId="369a6a1a915cd243" providerId="LiveId" clId="{AA1C8823-3B61-4950-9D81-BE5729D0FAFE}" dt="2026-03-09T05:17:51.582" v="723" actId="14100"/>
        <pc:sldMkLst>
          <pc:docMk/>
          <pc:sldMk cId="0" sldId="267"/>
        </pc:sldMkLst>
        <pc:spChg chg="del">
          <ac:chgData name="ADITYA SINGH" userId="369a6a1a915cd243" providerId="LiveId" clId="{AA1C8823-3B61-4950-9D81-BE5729D0FAFE}" dt="2026-03-09T05:15:27.543" v="705" actId="478"/>
          <ac:spMkLst>
            <pc:docMk/>
            <pc:sldMk cId="0" sldId="267"/>
            <ac:spMk id="10" creationId="{00000000-0000-0000-0000-000000000000}"/>
          </ac:spMkLst>
        </pc:spChg>
        <pc:spChg chg="del">
          <ac:chgData name="ADITYA SINGH" userId="369a6a1a915cd243" providerId="LiveId" clId="{AA1C8823-3B61-4950-9D81-BE5729D0FAFE}" dt="2026-03-09T05:15:30.588" v="706" actId="478"/>
          <ac:spMkLst>
            <pc:docMk/>
            <pc:sldMk cId="0" sldId="267"/>
            <ac:spMk id="11" creationId="{00000000-0000-0000-0000-000000000000}"/>
          </ac:spMkLst>
        </pc:spChg>
        <pc:spChg chg="del">
          <ac:chgData name="ADITYA SINGH" userId="369a6a1a915cd243" providerId="LiveId" clId="{AA1C8823-3B61-4950-9D81-BE5729D0FAFE}" dt="2026-03-09T05:15:25.216" v="704" actId="478"/>
          <ac:spMkLst>
            <pc:docMk/>
            <pc:sldMk cId="0" sldId="267"/>
            <ac:spMk id="12" creationId="{00000000-0000-0000-0000-000000000000}"/>
          </ac:spMkLst>
        </pc:spChg>
        <pc:spChg chg="del">
          <ac:chgData name="ADITYA SINGH" userId="369a6a1a915cd243" providerId="LiveId" clId="{AA1C8823-3B61-4950-9D81-BE5729D0FAFE}" dt="2026-03-09T05:15:25.216" v="704" actId="478"/>
          <ac:spMkLst>
            <pc:docMk/>
            <pc:sldMk cId="0" sldId="267"/>
            <ac:spMk id="13" creationId="{00000000-0000-0000-0000-000000000000}"/>
          </ac:spMkLst>
        </pc:spChg>
        <pc:spChg chg="del">
          <ac:chgData name="ADITYA SINGH" userId="369a6a1a915cd243" providerId="LiveId" clId="{AA1C8823-3B61-4950-9D81-BE5729D0FAFE}" dt="2026-03-09T05:15:35.787" v="708" actId="478"/>
          <ac:spMkLst>
            <pc:docMk/>
            <pc:sldMk cId="0" sldId="267"/>
            <ac:spMk id="14" creationId="{00000000-0000-0000-0000-000000000000}"/>
          </ac:spMkLst>
        </pc:spChg>
        <pc:spChg chg="del">
          <ac:chgData name="ADITYA SINGH" userId="369a6a1a915cd243" providerId="LiveId" clId="{AA1C8823-3B61-4950-9D81-BE5729D0FAFE}" dt="2026-03-09T05:15:33.591" v="707" actId="478"/>
          <ac:spMkLst>
            <pc:docMk/>
            <pc:sldMk cId="0" sldId="267"/>
            <ac:spMk id="15" creationId="{00000000-0000-0000-0000-000000000000}"/>
          </ac:spMkLst>
        </pc:spChg>
        <pc:spChg chg="del">
          <ac:chgData name="ADITYA SINGH" userId="369a6a1a915cd243" providerId="LiveId" clId="{AA1C8823-3B61-4950-9D81-BE5729D0FAFE}" dt="2026-03-09T05:15:25.216" v="704" actId="478"/>
          <ac:spMkLst>
            <pc:docMk/>
            <pc:sldMk cId="0" sldId="267"/>
            <ac:spMk id="16" creationId="{00000000-0000-0000-0000-000000000000}"/>
          </ac:spMkLst>
        </pc:spChg>
        <pc:spChg chg="del">
          <ac:chgData name="ADITYA SINGH" userId="369a6a1a915cd243" providerId="LiveId" clId="{AA1C8823-3B61-4950-9D81-BE5729D0FAFE}" dt="2026-03-09T05:15:25.216" v="704" actId="478"/>
          <ac:spMkLst>
            <pc:docMk/>
            <pc:sldMk cId="0" sldId="267"/>
            <ac:spMk id="17" creationId="{00000000-0000-0000-0000-000000000000}"/>
          </ac:spMkLst>
        </pc:spChg>
        <pc:spChg chg="mod">
          <ac:chgData name="ADITYA SINGH" userId="369a6a1a915cd243" providerId="LiveId" clId="{AA1C8823-3B61-4950-9D81-BE5729D0FAFE}" dt="2026-03-09T05:17:51.582" v="723" actId="14100"/>
          <ac:spMkLst>
            <pc:docMk/>
            <pc:sldMk cId="0" sldId="267"/>
            <ac:spMk id="18" creationId="{00000000-0000-0000-0000-000000000000}"/>
          </ac:spMkLst>
        </pc:spChg>
        <pc:spChg chg="mod">
          <ac:chgData name="ADITYA SINGH" userId="369a6a1a915cd243" providerId="LiveId" clId="{AA1C8823-3B61-4950-9D81-BE5729D0FAFE}" dt="2026-03-09T05:17:37.676" v="722" actId="14100"/>
          <ac:spMkLst>
            <pc:docMk/>
            <pc:sldMk cId="0" sldId="267"/>
            <ac:spMk id="19" creationId="{00000000-0000-0000-0000-000000000000}"/>
          </ac:spMkLst>
        </pc:spChg>
        <pc:spChg chg="mod">
          <ac:chgData name="ADITYA SINGH" userId="369a6a1a915cd243" providerId="LiveId" clId="{AA1C8823-3B61-4950-9D81-BE5729D0FAFE}" dt="2026-03-09T05:16:47.072" v="717" actId="1076"/>
          <ac:spMkLst>
            <pc:docMk/>
            <pc:sldMk cId="0" sldId="267"/>
            <ac:spMk id="20" creationId="{00000000-0000-0000-0000-000000000000}"/>
          </ac:spMkLst>
        </pc:spChg>
        <pc:spChg chg="mod">
          <ac:chgData name="ADITYA SINGH" userId="369a6a1a915cd243" providerId="LiveId" clId="{AA1C8823-3B61-4950-9D81-BE5729D0FAFE}" dt="2026-03-09T05:17:06.057" v="719" actId="255"/>
          <ac:spMkLst>
            <pc:docMk/>
            <pc:sldMk cId="0" sldId="267"/>
            <ac:spMk id="21" creationId="{00000000-0000-0000-0000-000000000000}"/>
          </ac:spMkLst>
        </pc:spChg>
        <pc:spChg chg="mod">
          <ac:chgData name="ADITYA SINGH" userId="369a6a1a915cd243" providerId="LiveId" clId="{AA1C8823-3B61-4950-9D81-BE5729D0FAFE}" dt="2026-03-09T05:16:18.109" v="714" actId="1076"/>
          <ac:spMkLst>
            <pc:docMk/>
            <pc:sldMk cId="0" sldId="267"/>
            <ac:spMk id="22" creationId="{00000000-0000-0000-0000-000000000000}"/>
          </ac:spMkLst>
        </pc:spChg>
        <pc:spChg chg="mod">
          <ac:chgData name="ADITYA SINGH" userId="369a6a1a915cd243" providerId="LiveId" clId="{AA1C8823-3B61-4950-9D81-BE5729D0FAFE}" dt="2026-03-09T05:14:40.756" v="703" actId="6549"/>
          <ac:spMkLst>
            <pc:docMk/>
            <pc:sldMk cId="0" sldId="267"/>
            <ac:spMk id="23" creationId="{00000000-0000-0000-0000-000000000000}"/>
          </ac:spMkLst>
        </pc:spChg>
      </pc:sldChg>
      <pc:sldChg chg="addSp delSp modSp add del mod">
        <pc:chgData name="ADITYA SINGH" userId="369a6a1a915cd243" providerId="LiveId" clId="{AA1C8823-3B61-4950-9D81-BE5729D0FAFE}" dt="2026-03-09T05:01:48.009" v="396" actId="47"/>
        <pc:sldMkLst>
          <pc:docMk/>
          <pc:sldMk cId="1196327768" sldId="268"/>
        </pc:sldMkLst>
        <pc:spChg chg="add del">
          <ac:chgData name="ADITYA SINGH" userId="369a6a1a915cd243" providerId="LiveId" clId="{AA1C8823-3B61-4950-9D81-BE5729D0FAFE}" dt="2026-03-09T04:45:31.496" v="207" actId="478"/>
          <ac:spMkLst>
            <pc:docMk/>
            <pc:sldMk cId="1196327768" sldId="268"/>
            <ac:spMk id="4" creationId="{6C6E95F4-DDFF-50F0-6AFC-94F6D835A9F7}"/>
          </ac:spMkLst>
        </pc:spChg>
        <pc:spChg chg="del">
          <ac:chgData name="ADITYA SINGH" userId="369a6a1a915cd243" providerId="LiveId" clId="{AA1C8823-3B61-4950-9D81-BE5729D0FAFE}" dt="2026-03-09T04:43:53.416" v="195" actId="478"/>
          <ac:spMkLst>
            <pc:docMk/>
            <pc:sldMk cId="1196327768" sldId="268"/>
            <ac:spMk id="22" creationId="{64D52785-9FF5-066F-A2A2-F1F3AF90A272}"/>
          </ac:spMkLst>
        </pc:spChg>
        <pc:spChg chg="del">
          <ac:chgData name="ADITYA SINGH" userId="369a6a1a915cd243" providerId="LiveId" clId="{AA1C8823-3B61-4950-9D81-BE5729D0FAFE}" dt="2026-03-09T04:44:52.921" v="198" actId="478"/>
          <ac:spMkLst>
            <pc:docMk/>
            <pc:sldMk cId="1196327768" sldId="268"/>
            <ac:spMk id="23" creationId="{F9E015CC-F655-8BA8-CEA9-208CF43363C8}"/>
          </ac:spMkLst>
        </pc:spChg>
        <pc:spChg chg="del">
          <ac:chgData name="ADITYA SINGH" userId="369a6a1a915cd243" providerId="LiveId" clId="{AA1C8823-3B61-4950-9D81-BE5729D0FAFE}" dt="2026-03-09T04:43:57.133" v="196" actId="478"/>
          <ac:spMkLst>
            <pc:docMk/>
            <pc:sldMk cId="1196327768" sldId="268"/>
            <ac:spMk id="24" creationId="{F597D773-7D12-C79B-896B-697168613233}"/>
          </ac:spMkLst>
        </pc:spChg>
        <pc:spChg chg="del">
          <ac:chgData name="ADITYA SINGH" userId="369a6a1a915cd243" providerId="LiveId" clId="{AA1C8823-3B61-4950-9D81-BE5729D0FAFE}" dt="2026-03-09T04:45:15.639" v="202" actId="478"/>
          <ac:spMkLst>
            <pc:docMk/>
            <pc:sldMk cId="1196327768" sldId="268"/>
            <ac:spMk id="25" creationId="{1D2D9564-B867-D22E-EBCA-0DC229E23D90}"/>
          </ac:spMkLst>
        </pc:spChg>
        <pc:spChg chg="del">
          <ac:chgData name="ADITYA SINGH" userId="369a6a1a915cd243" providerId="LiveId" clId="{AA1C8823-3B61-4950-9D81-BE5729D0FAFE}" dt="2026-03-09T04:45:06.461" v="199" actId="478"/>
          <ac:spMkLst>
            <pc:docMk/>
            <pc:sldMk cId="1196327768" sldId="268"/>
            <ac:spMk id="26" creationId="{75DD367E-2039-D259-1F70-63C47F3C6642}"/>
          </ac:spMkLst>
        </pc:spChg>
        <pc:spChg chg="del mod">
          <ac:chgData name="ADITYA SINGH" userId="369a6a1a915cd243" providerId="LiveId" clId="{AA1C8823-3B61-4950-9D81-BE5729D0FAFE}" dt="2026-03-09T04:45:18.840" v="203" actId="478"/>
          <ac:spMkLst>
            <pc:docMk/>
            <pc:sldMk cId="1196327768" sldId="268"/>
            <ac:spMk id="27" creationId="{CF3BF76A-6C83-6BA1-CA3E-A5A66E09650F}"/>
          </ac:spMkLst>
        </pc:spChg>
        <pc:spChg chg="del">
          <ac:chgData name="ADITYA SINGH" userId="369a6a1a915cd243" providerId="LiveId" clId="{AA1C8823-3B61-4950-9D81-BE5729D0FAFE}" dt="2026-03-09T04:45:26.303" v="205" actId="478"/>
          <ac:spMkLst>
            <pc:docMk/>
            <pc:sldMk cId="1196327768" sldId="268"/>
            <ac:spMk id="28" creationId="{7CC878D4-6E7B-5004-2BE3-18B9D9430D12}"/>
          </ac:spMkLst>
        </pc:spChg>
        <pc:spChg chg="del mod">
          <ac:chgData name="ADITYA SINGH" userId="369a6a1a915cd243" providerId="LiveId" clId="{AA1C8823-3B61-4950-9D81-BE5729D0FAFE}" dt="2026-03-09T04:45:22.541" v="204" actId="478"/>
          <ac:spMkLst>
            <pc:docMk/>
            <pc:sldMk cId="1196327768" sldId="268"/>
            <ac:spMk id="29" creationId="{3FB3FDE5-5530-1401-B4D4-5662739A936C}"/>
          </ac:spMkLst>
        </pc:spChg>
        <pc:spChg chg="del">
          <ac:chgData name="ADITYA SINGH" userId="369a6a1a915cd243" providerId="LiveId" clId="{AA1C8823-3B61-4950-9D81-BE5729D0FAFE}" dt="2026-03-09T04:45:08.808" v="200" actId="478"/>
          <ac:spMkLst>
            <pc:docMk/>
            <pc:sldMk cId="1196327768" sldId="268"/>
            <ac:spMk id="30" creationId="{2BE5A3AE-96FA-085A-5587-F9866BF34458}"/>
          </ac:spMkLst>
        </pc:spChg>
      </pc:sldChg>
      <pc:sldChg chg="new del">
        <pc:chgData name="ADITYA SINGH" userId="369a6a1a915cd243" providerId="LiveId" clId="{AA1C8823-3B61-4950-9D81-BE5729D0FAFE}" dt="2026-03-09T04:43:18.632" v="192" actId="47"/>
        <pc:sldMkLst>
          <pc:docMk/>
          <pc:sldMk cId="4083329562" sldId="268"/>
        </pc:sldMkLst>
      </pc:sldChg>
      <pc:sldChg chg="add del">
        <pc:chgData name="ADITYA SINGH" userId="369a6a1a915cd243" providerId="LiveId" clId="{AA1C8823-3B61-4950-9D81-BE5729D0FAFE}" dt="2026-03-09T05:01:52.172" v="397" actId="47"/>
        <pc:sldMkLst>
          <pc:docMk/>
          <pc:sldMk cId="2190823544" sldId="269"/>
        </pc:sldMkLst>
      </pc:sldChg>
      <pc:sldChg chg="addSp delSp modSp add mod">
        <pc:chgData name="ADITYA SINGH" userId="369a6a1a915cd243" providerId="LiveId" clId="{AA1C8823-3B61-4950-9D81-BE5729D0FAFE}" dt="2026-03-09T05:06:03.756" v="618" actId="20577"/>
        <pc:sldMkLst>
          <pc:docMk/>
          <pc:sldMk cId="1794188552" sldId="270"/>
        </pc:sldMkLst>
        <pc:spChg chg="mod">
          <ac:chgData name="ADITYA SINGH" userId="369a6a1a915cd243" providerId="LiveId" clId="{AA1C8823-3B61-4950-9D81-BE5729D0FAFE}" dt="2026-03-09T04:52:50.852" v="265" actId="6549"/>
          <ac:spMkLst>
            <pc:docMk/>
            <pc:sldMk cId="1794188552" sldId="270"/>
            <ac:spMk id="2" creationId="{6F5EB194-4B54-04A0-44B7-3F93BD7C21B6}"/>
          </ac:spMkLst>
        </pc:spChg>
        <pc:spChg chg="mod">
          <ac:chgData name="ADITYA SINGH" userId="369a6a1a915cd243" providerId="LiveId" clId="{AA1C8823-3B61-4950-9D81-BE5729D0FAFE}" dt="2026-03-09T04:56:12.852" v="283" actId="14100"/>
          <ac:spMkLst>
            <pc:docMk/>
            <pc:sldMk cId="1794188552" sldId="270"/>
            <ac:spMk id="4" creationId="{64ECEE5C-2671-178C-66E7-FD304D07377F}"/>
          </ac:spMkLst>
        </pc:spChg>
        <pc:spChg chg="mod">
          <ac:chgData name="ADITYA SINGH" userId="369a6a1a915cd243" providerId="LiveId" clId="{AA1C8823-3B61-4950-9D81-BE5729D0FAFE}" dt="2026-03-09T05:06:03.756" v="618" actId="20577"/>
          <ac:spMkLst>
            <pc:docMk/>
            <pc:sldMk cId="1794188552" sldId="270"/>
            <ac:spMk id="11" creationId="{1056334B-0999-3357-44CE-EE6B48887859}"/>
          </ac:spMkLst>
        </pc:spChg>
        <pc:spChg chg="mod">
          <ac:chgData name="ADITYA SINGH" userId="369a6a1a915cd243" providerId="LiveId" clId="{AA1C8823-3B61-4950-9D81-BE5729D0FAFE}" dt="2026-03-09T04:54:40.964" v="273" actId="6549"/>
          <ac:spMkLst>
            <pc:docMk/>
            <pc:sldMk cId="1794188552" sldId="270"/>
            <ac:spMk id="12" creationId="{AB59EF76-DEC8-C8F8-C385-1A9ECEA3E269}"/>
          </ac:spMkLst>
        </pc:spChg>
        <pc:spChg chg="add del mod">
          <ac:chgData name="ADITYA SINGH" userId="369a6a1a915cd243" providerId="LiveId" clId="{AA1C8823-3B61-4950-9D81-BE5729D0FAFE}" dt="2026-03-09T05:01:16.313" v="392"/>
          <ac:spMkLst>
            <pc:docMk/>
            <pc:sldMk cId="1794188552" sldId="270"/>
            <ac:spMk id="18" creationId="{970E12A3-AF62-CC9A-D102-0C17B2D05A48}"/>
          </ac:spMkLst>
        </pc:spChg>
        <pc:picChg chg="add del mod modCrop">
          <ac:chgData name="ADITYA SINGH" userId="369a6a1a915cd243" providerId="LiveId" clId="{AA1C8823-3B61-4950-9D81-BE5729D0FAFE}" dt="2026-03-09T04:52:02.024" v="260" actId="478"/>
          <ac:picMkLst>
            <pc:docMk/>
            <pc:sldMk cId="1794188552" sldId="270"/>
            <ac:picMk id="14" creationId="{1C8F9B35-D060-31EC-702C-436CA57B5021}"/>
          </ac:picMkLst>
        </pc:picChg>
        <pc:picChg chg="add del mod modCrop">
          <ac:chgData name="ADITYA SINGH" userId="369a6a1a915cd243" providerId="LiveId" clId="{AA1C8823-3B61-4950-9D81-BE5729D0FAFE}" dt="2026-03-09T04:59:33.212" v="381" actId="478"/>
          <ac:picMkLst>
            <pc:docMk/>
            <pc:sldMk cId="1794188552" sldId="270"/>
            <ac:picMk id="16" creationId="{5B488D68-2E08-4B9B-5E8D-D926E2FAE73B}"/>
          </ac:picMkLst>
        </pc:picChg>
        <pc:picChg chg="add mod">
          <ac:chgData name="ADITYA SINGH" userId="369a6a1a915cd243" providerId="LiveId" clId="{AA1C8823-3B61-4950-9D81-BE5729D0FAFE}" dt="2026-03-09T05:05:49.655" v="611" actId="1076"/>
          <ac:picMkLst>
            <pc:docMk/>
            <pc:sldMk cId="1794188552" sldId="270"/>
            <ac:picMk id="20" creationId="{05C829DC-ABB2-D289-7414-C7969A18820B}"/>
          </ac:picMkLst>
        </pc:picChg>
        <pc:picChg chg="del">
          <ac:chgData name="ADITYA SINGH" userId="369a6a1a915cd243" providerId="LiveId" clId="{AA1C8823-3B61-4950-9D81-BE5729D0FAFE}" dt="2026-03-09T04:51:31.792" v="256" actId="478"/>
          <ac:picMkLst>
            <pc:docMk/>
            <pc:sldMk cId="1794188552" sldId="270"/>
            <ac:picMk id="43" creationId="{F67B50E1-F2C2-DDF9-B390-6A031223D62A}"/>
          </ac:picMkLst>
        </pc:picChg>
      </pc:sldChg>
      <pc:sldChg chg="add del">
        <pc:chgData name="ADITYA SINGH" userId="369a6a1a915cd243" providerId="LiveId" clId="{AA1C8823-3B61-4950-9D81-BE5729D0FAFE}" dt="2026-03-09T05:01:38.217" v="394" actId="47"/>
        <pc:sldMkLst>
          <pc:docMk/>
          <pc:sldMk cId="176761792" sldId="271"/>
        </pc:sldMkLst>
      </pc:sldChg>
      <pc:sldChg chg="addSp delSp modSp add mod">
        <pc:chgData name="ADITYA SINGH" userId="369a6a1a915cd243" providerId="LiveId" clId="{AA1C8823-3B61-4950-9D81-BE5729D0FAFE}" dt="2026-03-09T05:05:01.382" v="602" actId="14100"/>
        <pc:sldMkLst>
          <pc:docMk/>
          <pc:sldMk cId="4254459613" sldId="271"/>
        </pc:sldMkLst>
        <pc:spChg chg="mod">
          <ac:chgData name="ADITYA SINGH" userId="369a6a1a915cd243" providerId="LiveId" clId="{AA1C8823-3B61-4950-9D81-BE5729D0FAFE}" dt="2026-03-09T05:04:29.632" v="599" actId="1076"/>
          <ac:spMkLst>
            <pc:docMk/>
            <pc:sldMk cId="4254459613" sldId="271"/>
            <ac:spMk id="4" creationId="{79020581-7D5E-2F4F-0341-ADEF8BA24745}"/>
          </ac:spMkLst>
        </pc:spChg>
        <pc:spChg chg="mod">
          <ac:chgData name="ADITYA SINGH" userId="369a6a1a915cd243" providerId="LiveId" clId="{AA1C8823-3B61-4950-9D81-BE5729D0FAFE}" dt="2026-03-09T05:03:55.846" v="592" actId="20577"/>
          <ac:spMkLst>
            <pc:docMk/>
            <pc:sldMk cId="4254459613" sldId="271"/>
            <ac:spMk id="11" creationId="{B32AD948-DCB4-9225-8056-26BDE40E08C9}"/>
          </ac:spMkLst>
        </pc:spChg>
        <pc:picChg chg="add mod">
          <ac:chgData name="ADITYA SINGH" userId="369a6a1a915cd243" providerId="LiveId" clId="{AA1C8823-3B61-4950-9D81-BE5729D0FAFE}" dt="2026-03-09T05:05:01.382" v="602" actId="14100"/>
          <ac:picMkLst>
            <pc:docMk/>
            <pc:sldMk cId="4254459613" sldId="271"/>
            <ac:picMk id="14" creationId="{BD71E68C-653D-B3E5-B6FF-8DFBC8498502}"/>
          </ac:picMkLst>
        </pc:picChg>
        <pc:picChg chg="del">
          <ac:chgData name="ADITYA SINGH" userId="369a6a1a915cd243" providerId="LiveId" clId="{AA1C8823-3B61-4950-9D81-BE5729D0FAFE}" dt="2026-03-09T05:02:00.752" v="398" actId="478"/>
          <ac:picMkLst>
            <pc:docMk/>
            <pc:sldMk cId="4254459613" sldId="271"/>
            <ac:picMk id="20" creationId="{7889710B-E07D-60A1-1590-316D90D97613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0164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3A103A-4E3B-58E3-5915-415A6DB90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B72005-82F9-F1A9-D596-ED98ABE283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625ABC-784B-5812-5577-EBB2CF2483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737ECB-CA44-502A-DE4B-1B32612E7B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0181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17E973-2430-AA39-F36B-5A3BA5267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6DBF34-5DD4-E501-CB73-BA26717C10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836FE3-6804-8E5D-0183-F41D1E67DA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3E768D-25C8-2510-E62C-D2DCC2CE0C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1920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F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14600" y="424068"/>
            <a:ext cx="4114800" cy="4114800"/>
          </a:xfrm>
          <a:prstGeom prst="ellipse">
            <a:avLst/>
          </a:prstGeom>
          <a:solidFill>
            <a:srgbClr val="1A7A3A">
              <a:alpha val="30000"/>
            </a:srgbClr>
          </a:solidFill>
          <a:ln w="12700">
            <a:solidFill>
              <a:srgbClr val="1A7A3A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749040" y="59436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dirty="0">
                <a:solidFill>
                  <a:srgbClr val="000000"/>
                </a:solidFill>
              </a:rPr>
              <a:t>🌿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15087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8FA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EcoTrack AI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914400" y="24231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Footprint Intelligence Platform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71600" y="29260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Your Carbon Impact. Save The Planet.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71209"/>
          </a:solidFill>
          <a:ln w="12700">
            <a:solidFill>
              <a:srgbClr val="07120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228600" y="491032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C55E"/>
                </a:solidFill>
              </a:rPr>
              <a:t>EcoTrack AI 🌿</a:t>
            </a:r>
            <a:endParaRPr lang="en-US" sz="900" dirty="0"/>
          </a:p>
        </p:txBody>
      </p:sp>
      <p:sp>
        <p:nvSpPr>
          <p:cNvPr id="7" name="TextBox 6"/>
          <p:cNvSpPr txBox="1"/>
          <p:nvPr/>
        </p:nvSpPr>
        <p:spPr>
          <a:xfrm>
            <a:off x="6394174" y="3498574"/>
            <a:ext cx="2597426" cy="1477328"/>
          </a:xfrm>
          <a:prstGeom prst="rect">
            <a:avLst/>
          </a:prstGeom>
          <a:solidFill>
            <a:srgbClr val="0C2F19"/>
          </a:solidFill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  Group members name</a:t>
            </a:r>
          </a:p>
          <a:p>
            <a:pPr marL="342900" indent="-342900">
              <a:buAutoNum type="arabicPeriod"/>
            </a:pPr>
            <a:r>
              <a:rPr lang="en-US" dirty="0" smtClean="0">
                <a:solidFill>
                  <a:schemeClr val="bg1"/>
                </a:solidFill>
              </a:rPr>
              <a:t>Bhavishya kumar</a:t>
            </a:r>
          </a:p>
          <a:p>
            <a:pPr marL="342900" indent="-342900">
              <a:buAutoNum type="arabicPeriod" startAt="2"/>
            </a:pPr>
            <a:r>
              <a:rPr lang="en-US" dirty="0" smtClean="0">
                <a:solidFill>
                  <a:schemeClr val="bg1"/>
                </a:solidFill>
              </a:rPr>
              <a:t>Aditya Singh</a:t>
            </a:r>
          </a:p>
          <a:p>
            <a:pPr marL="342900" indent="-342900">
              <a:buAutoNum type="arabicPeriod" startAt="3"/>
            </a:pPr>
            <a:r>
              <a:rPr lang="en-US" dirty="0" smtClean="0">
                <a:solidFill>
                  <a:schemeClr val="bg1"/>
                </a:solidFill>
              </a:rPr>
              <a:t>Atharv Pandey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4.   Manish </a:t>
            </a:r>
            <a:r>
              <a:rPr lang="en-US" dirty="0" err="1" smtClean="0">
                <a:solidFill>
                  <a:schemeClr val="bg1"/>
                </a:solidFill>
              </a:rPr>
              <a:t>Ranjan</a:t>
            </a:r>
            <a:r>
              <a:rPr lang="en-US" dirty="0" smtClean="0">
                <a:solidFill>
                  <a:schemeClr val="bg1"/>
                </a:solidFill>
              </a:rPr>
              <a:t> 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0F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8FA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⚠️  The Climate Crisis is NOW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73152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carbon emergency — by the numbers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023360" cy="1508760"/>
          </a:xfrm>
          <a:prstGeom prst="rect">
            <a:avLst/>
          </a:prstGeom>
          <a:gradFill rotWithShape="1">
            <a:gsLst>
              <a:gs pos="0">
                <a:srgbClr val="0F2318"/>
              </a:gs>
              <a:gs pos="100000">
                <a:srgbClr val="081510"/>
              </a:gs>
            </a:gsLst>
            <a:lin ang="5400000" scaled="0"/>
          </a:gradFill>
          <a:ln w="22860">
            <a:solidFill>
              <a:srgbClr val="EF4444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76200" cy="1508760"/>
          </a:xfrm>
          <a:prstGeom prst="rect">
            <a:avLst/>
          </a:prstGeom>
          <a:solidFill>
            <a:srgbClr val="EF4444"/>
          </a:solidFill>
          <a:ln w="2286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11480" y="1115568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3.4B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11480" y="166420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tonnes CO₂/yr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90195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annual emissions — 3rd largest globally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11480" y="225856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IEA, 2023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754880" y="1005840"/>
            <a:ext cx="4023360" cy="1508760"/>
          </a:xfrm>
          <a:prstGeom prst="rect">
            <a:avLst/>
          </a:prstGeom>
          <a:gradFill rotWithShape="1">
            <a:gsLst>
              <a:gs pos="0">
                <a:srgbClr val="0F2318"/>
              </a:gs>
              <a:gs pos="100000">
                <a:srgbClr val="081510"/>
              </a:gs>
            </a:gsLst>
            <a:lin ang="5400000" scaled="0"/>
          </a:gradFill>
          <a:ln w="22860">
            <a:solidFill>
              <a:srgbClr val="F97316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754880" y="1005840"/>
            <a:ext cx="76200" cy="1508760"/>
          </a:xfrm>
          <a:prstGeom prst="rect">
            <a:avLst/>
          </a:prstGeom>
          <a:solidFill>
            <a:srgbClr val="F97316"/>
          </a:solidFill>
          <a:ln w="2286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892040" y="1115568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37%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4892040" y="166420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in a decade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92040" y="190195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per-capita emissions surge (2013–2023)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892040" y="225856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World Bank, 2023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74320" y="2743200"/>
            <a:ext cx="4023360" cy="1508760"/>
          </a:xfrm>
          <a:prstGeom prst="rect">
            <a:avLst/>
          </a:prstGeom>
          <a:gradFill rotWithShape="1">
            <a:gsLst>
              <a:gs pos="0">
                <a:srgbClr val="0F2318"/>
              </a:gs>
              <a:gs pos="100000">
                <a:srgbClr val="081510"/>
              </a:gs>
            </a:gsLst>
            <a:lin ang="5400000" scaled="0"/>
          </a:gradFill>
          <a:ln w="22860">
            <a:solidFill>
              <a:srgbClr val="F59E0B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274320" y="2743200"/>
            <a:ext cx="76200" cy="1508760"/>
          </a:xfrm>
          <a:prstGeom prst="rect">
            <a:avLst/>
          </a:prstGeom>
          <a:solidFill>
            <a:srgbClr val="F59E0B"/>
          </a:solidFill>
          <a:ln w="2286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11480" y="2852928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70%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411480" y="340156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unaware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11480" y="363931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Indians don't know their personal carbon footprint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11480" y="399592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TERI Survey, 2022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754880" y="2743200"/>
            <a:ext cx="4023360" cy="1508760"/>
          </a:xfrm>
          <a:prstGeom prst="rect">
            <a:avLst/>
          </a:prstGeom>
          <a:gradFill rotWithShape="1">
            <a:gsLst>
              <a:gs pos="0">
                <a:srgbClr val="0F2318"/>
              </a:gs>
              <a:gs pos="100000">
                <a:srgbClr val="081510"/>
              </a:gs>
            </a:gsLst>
            <a:lin ang="5400000" scaled="0"/>
          </a:gradFill>
          <a:ln w="22860">
            <a:solidFill>
              <a:srgbClr val="16A34A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4754880" y="2743200"/>
            <a:ext cx="76200" cy="1508760"/>
          </a:xfrm>
          <a:prstGeom prst="rect">
            <a:avLst/>
          </a:prstGeom>
          <a:solidFill>
            <a:srgbClr val="16A34A"/>
          </a:solidFill>
          <a:ln w="2286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4892040" y="2852928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2070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4892040" y="340156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Zero pledge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92040" y="363931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COP26 commitment — awareness tools are critical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892040" y="399592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COP26 Agreement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274320" y="434340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avg: 5.6t CO₂/person/yr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Global avg: 4.7t — but RISING FAST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71209"/>
          </a:solidFill>
          <a:ln w="12700">
            <a:solidFill>
              <a:srgbClr val="07120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228600" y="491032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C55E"/>
                </a:solidFill>
              </a:rPr>
              <a:t>EcoTrack AI 🌿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0F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8FA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💡  Introducing EcoTrack AI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 web platform that calculates, predicts, and helps reduce your personal carbon footprint — built specifically for India.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508760"/>
            <a:ext cx="2743200" cy="3154680"/>
          </a:xfrm>
          <a:prstGeom prst="rect">
            <a:avLst/>
          </a:prstGeom>
          <a:gradFill rotWithShape="1">
            <a:gsLst>
              <a:gs pos="0">
                <a:srgbClr val="0F2318"/>
              </a:gs>
              <a:gs pos="100000">
                <a:srgbClr val="081510"/>
              </a:gs>
            </a:gsLst>
            <a:lin ang="5400000" scaled="0"/>
          </a:gradFill>
          <a:ln w="12700">
            <a:solidFill>
              <a:srgbClr val="00C9A7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74320" y="1508760"/>
            <a:ext cx="76200" cy="315468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65760" y="160020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000000"/>
                </a:solidFill>
              </a:rPr>
              <a:t>📊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365760" y="235915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MEASURE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5760" y="27432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Precise India-specific emission tracking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3090672"/>
            <a:ext cx="2468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000" dirty="0">
                <a:solidFill>
                  <a:srgbClr val="8B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Transport, electricity, LPG &amp; food consumption mapped to real Indian emission factors from CEA, SIAM &amp; PCRA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1508760"/>
            <a:ext cx="2743200" cy="3154680"/>
          </a:xfrm>
          <a:prstGeom prst="rect">
            <a:avLst/>
          </a:prstGeom>
          <a:gradFill rotWithShape="1">
            <a:gsLst>
              <a:gs pos="0">
                <a:srgbClr val="0F2318"/>
              </a:gs>
              <a:gs pos="100000">
                <a:srgbClr val="081510"/>
              </a:gs>
            </a:gsLst>
            <a:lin ang="5400000" scaled="0"/>
          </a:gradFill>
          <a:ln w="22860">
            <a:solidFill>
              <a:srgbClr val="22C55E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200400" y="1508760"/>
            <a:ext cx="76200" cy="3154680"/>
          </a:xfrm>
          <a:prstGeom prst="rect">
            <a:avLst/>
          </a:prstGeom>
          <a:solidFill>
            <a:srgbClr val="22C55E"/>
          </a:solidFill>
          <a:ln w="2286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291840" y="160020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000000"/>
                </a:solidFill>
              </a:rPr>
              <a:t>🤖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3291840" y="235915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PREDICT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291840" y="27432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 forecast your next month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37560" y="3090672"/>
            <a:ext cx="2468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000" dirty="0">
                <a:solidFill>
                  <a:srgbClr val="8B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regression trained on usage patterns predicts future footprint so you can act before it's too late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26480" y="1508760"/>
            <a:ext cx="2743200" cy="3154680"/>
          </a:xfrm>
          <a:prstGeom prst="rect">
            <a:avLst/>
          </a:prstGeom>
          <a:gradFill rotWithShape="1">
            <a:gsLst>
              <a:gs pos="0">
                <a:srgbClr val="0F2318"/>
              </a:gs>
              <a:gs pos="100000">
                <a:srgbClr val="081510"/>
              </a:gs>
            </a:gsLst>
            <a:lin ang="5400000" scaled="0"/>
          </a:gradFill>
          <a:ln w="22860">
            <a:solidFill>
              <a:srgbClr val="F59E0B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126480" y="1508760"/>
            <a:ext cx="76200" cy="3154680"/>
          </a:xfrm>
          <a:prstGeom prst="rect">
            <a:avLst/>
          </a:prstGeom>
          <a:solidFill>
            <a:srgbClr val="F59E0B"/>
          </a:solidFill>
          <a:ln w="2286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217920" y="160020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000000"/>
                </a:solidFill>
              </a:rPr>
              <a:t>🌱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6217920" y="235915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REDUCE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217920" y="27432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AI gives personalized green tips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63640" y="3090672"/>
            <a:ext cx="2468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000" dirty="0">
                <a:solidFill>
                  <a:srgbClr val="8B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API generates custom, actionable recommendations based on your actual data and lifestyle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71209"/>
          </a:solidFill>
          <a:ln w="12700">
            <a:solidFill>
              <a:srgbClr val="07120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228600" y="491032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C55E"/>
                </a:solidFill>
              </a:rPr>
              <a:t>EcoTrack AI 🌿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0F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8FA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🔬  Built on Verified Indian Data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73152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Emission factors cross-validated with CPCB, CEA, BEE &amp; IPCC AR6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51560"/>
          <a:ext cx="8412480" cy="3474723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63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8FA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6A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A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A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A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8FA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Emission Factor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6A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A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A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A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8FA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6A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A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A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A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63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8B9E9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🚗  Petrol Car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6A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A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A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A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3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2.31 kg CO₂ / litre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6A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A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A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A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3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8B9E9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SIAM / BIS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6A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A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A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A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3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63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8FA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⚡  Grid Electricity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6A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A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A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A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1">
                      <a:gsLst>
                        <a:gs pos="0">
                          <a:srgbClr val="0F2318"/>
                        </a:gs>
                        <a:gs pos="100000">
                          <a:srgbClr val="081510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 kg CO₂ / kWh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6A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A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A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A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1">
                      <a:gsLst>
                        <a:gs pos="0">
                          <a:srgbClr val="0F2318"/>
                        </a:gs>
                        <a:gs pos="100000">
                          <a:srgbClr val="081510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8FA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CEA India, 2023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6A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A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A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A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1">
                      <a:gsLst>
                        <a:gs pos="0">
                          <a:srgbClr val="0F2318"/>
                        </a:gs>
                        <a:gs pos="100000">
                          <a:srgbClr val="081510"/>
                        </a:gs>
                      </a:gsLst>
                      <a:lin ang="54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63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🔥  LPG Cylinder (14.2 kg)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6A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A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A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A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3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42.5 kg CO₂ / cylinder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6A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A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A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A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3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8B9E9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PCRA India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6A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A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A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A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3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63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8FA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🚇  Metro / Train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6A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A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A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A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1">
                      <a:gsLst>
                        <a:gs pos="0">
                          <a:srgbClr val="0F2318"/>
                        </a:gs>
                        <a:gs pos="100000">
                          <a:srgbClr val="081510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 kg CO₂ / km / person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6A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A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A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A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1">
                      <a:gsLst>
                        <a:gs pos="0">
                          <a:srgbClr val="0F2318"/>
                        </a:gs>
                        <a:gs pos="100000">
                          <a:srgbClr val="081510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8FA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Ministry of Railways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6A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A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A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A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1">
                      <a:gsLst>
                        <a:gs pos="0">
                          <a:srgbClr val="0F2318"/>
                        </a:gs>
                        <a:gs pos="100000">
                          <a:srgbClr val="081510"/>
                        </a:gs>
                      </a:gsLst>
                      <a:lin ang="54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63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8B9E9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🥗  Vegetarian Diet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6A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A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A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A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3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 kg CO₂ / day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6A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A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A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A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3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8B9E9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Poore &amp; Nemecek, Science 2018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6A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A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A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A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3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63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8FA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🍗  Butter Chicken (per meal)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6A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A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A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A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1">
                      <a:gsLst>
                        <a:gs pos="0">
                          <a:srgbClr val="0F2318"/>
                        </a:gs>
                        <a:gs pos="100000">
                          <a:srgbClr val="081510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 kg CO₂ / meal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6A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A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A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A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1">
                      <a:gsLst>
                        <a:gs pos="0">
                          <a:srgbClr val="0F2318"/>
                        </a:gs>
                        <a:gs pos="100000">
                          <a:srgbClr val="081510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8FA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FAO / ICAR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6A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A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A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A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1">
                      <a:gsLst>
                        <a:gs pos="0">
                          <a:srgbClr val="0F2318"/>
                        </a:gs>
                        <a:gs pos="100000">
                          <a:srgbClr val="081510"/>
                        </a:gs>
                      </a:gsLst>
                      <a:lin ang="54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 2"/>
          <p:cNvSpPr/>
          <p:nvPr/>
        </p:nvSpPr>
        <p:spPr>
          <a:xfrm>
            <a:off x="365760" y="461772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factors verified against CPCB, CEA, BEE &amp; IPCC AR6 databases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71209"/>
          </a:solidFill>
          <a:ln w="12700">
            <a:solidFill>
              <a:srgbClr val="07120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228600" y="491032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C55E"/>
                </a:solidFill>
              </a:rPr>
              <a:t>EcoTrack AI 🌿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0F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8FA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⚡  7 Powerful Features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74320" y="1005840"/>
            <a:ext cx="1920240" cy="1691640"/>
          </a:xfrm>
          <a:prstGeom prst="rect">
            <a:avLst/>
          </a:prstGeom>
          <a:gradFill rotWithShape="1">
            <a:gsLst>
              <a:gs pos="0">
                <a:srgbClr val="0F2318"/>
              </a:gs>
              <a:gs pos="100000">
                <a:srgbClr val="081510"/>
              </a:gs>
            </a:gsLst>
            <a:lin ang="5400000" scaled="0"/>
          </a:gradFill>
          <a:ln w="12700">
            <a:solidFill>
              <a:srgbClr val="00C9A7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76200" cy="16916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29184" y="1115568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⚡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29184" y="17556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Smart Carbon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9184" y="20299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8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Calculator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441448" y="1005840"/>
            <a:ext cx="1920240" cy="1691640"/>
          </a:xfrm>
          <a:prstGeom prst="rect">
            <a:avLst/>
          </a:prstGeom>
          <a:gradFill rotWithShape="1">
            <a:gsLst>
              <a:gs pos="0">
                <a:srgbClr val="0F2318"/>
              </a:gs>
              <a:gs pos="100000">
                <a:srgbClr val="081510"/>
              </a:gs>
            </a:gsLst>
            <a:lin ang="5400000" scaled="0"/>
          </a:gradFill>
          <a:ln w="22860">
            <a:solidFill>
              <a:srgbClr val="22C55E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2441448" y="1005840"/>
            <a:ext cx="76200" cy="1691640"/>
          </a:xfrm>
          <a:prstGeom prst="rect">
            <a:avLst/>
          </a:prstGeom>
          <a:solidFill>
            <a:srgbClr val="22C55E"/>
          </a:solidFill>
          <a:ln w="2286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496312" y="1115568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🤖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2496312" y="17556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AI/ML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496312" y="20299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8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08576" y="1005840"/>
            <a:ext cx="1920240" cy="1691640"/>
          </a:xfrm>
          <a:prstGeom prst="rect">
            <a:avLst/>
          </a:prstGeom>
          <a:gradFill rotWithShape="1">
            <a:gsLst>
              <a:gs pos="0">
                <a:srgbClr val="0F2318"/>
              </a:gs>
              <a:gs pos="100000">
                <a:srgbClr val="081510"/>
              </a:gs>
            </a:gsLst>
            <a:lin ang="5400000" scaled="0"/>
          </a:gradFill>
          <a:ln w="22860">
            <a:solidFill>
              <a:srgbClr val="F59E0B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4608576" y="1005840"/>
            <a:ext cx="76200" cy="1691640"/>
          </a:xfrm>
          <a:prstGeom prst="rect">
            <a:avLst/>
          </a:prstGeom>
          <a:solidFill>
            <a:srgbClr val="F59E0B"/>
          </a:solidFill>
          <a:ln w="2286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663440" y="1115568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🏆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4663440" y="17556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EcoScore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663440" y="20299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8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– 800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775704" y="1005840"/>
            <a:ext cx="1920240" cy="1691640"/>
          </a:xfrm>
          <a:prstGeom prst="rect">
            <a:avLst/>
          </a:prstGeom>
          <a:gradFill rotWithShape="1">
            <a:gsLst>
              <a:gs pos="0">
                <a:srgbClr val="0F2318"/>
              </a:gs>
              <a:gs pos="100000">
                <a:srgbClr val="081510"/>
              </a:gs>
            </a:gsLst>
            <a:lin ang="5400000" scaled="0"/>
          </a:gradFill>
          <a:ln w="22860">
            <a:solidFill>
              <a:srgbClr val="F97316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6775704" y="1005840"/>
            <a:ext cx="76200" cy="1691640"/>
          </a:xfrm>
          <a:prstGeom prst="rect">
            <a:avLst/>
          </a:prstGeom>
          <a:solidFill>
            <a:srgbClr val="F97316"/>
          </a:solidFill>
          <a:ln w="2286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830568" y="1115568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📊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6830568" y="17556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Analytics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830568" y="20299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8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74320" y="2926080"/>
            <a:ext cx="1920240" cy="1691640"/>
          </a:xfrm>
          <a:prstGeom prst="rect">
            <a:avLst/>
          </a:prstGeom>
          <a:gradFill rotWithShape="1">
            <a:gsLst>
              <a:gs pos="0">
                <a:srgbClr val="0F2318"/>
              </a:gs>
              <a:gs pos="100000">
                <a:srgbClr val="081510"/>
              </a:gs>
            </a:gsLst>
            <a:lin ang="5400000" scaled="0"/>
          </a:gradFill>
          <a:ln w="12700">
            <a:solidFill>
              <a:srgbClr val="00C9A7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274320" y="2926080"/>
            <a:ext cx="76200" cy="16916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329184" y="3035808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🌲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329184" y="36758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Offset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29184" y="39502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8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Calculator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441448" y="2926080"/>
            <a:ext cx="1920240" cy="1691640"/>
          </a:xfrm>
          <a:prstGeom prst="rect">
            <a:avLst/>
          </a:prstGeom>
          <a:gradFill rotWithShape="1">
            <a:gsLst>
              <a:gs pos="0">
                <a:srgbClr val="0F2318"/>
              </a:gs>
              <a:gs pos="100000">
                <a:srgbClr val="081510"/>
              </a:gs>
            </a:gsLst>
            <a:lin ang="5400000" scaled="0"/>
          </a:gradFill>
          <a:ln w="22860">
            <a:solidFill>
              <a:srgbClr val="22C55E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2441448" y="2926080"/>
            <a:ext cx="76200" cy="1691640"/>
          </a:xfrm>
          <a:prstGeom prst="rect">
            <a:avLst/>
          </a:prstGeom>
          <a:solidFill>
            <a:srgbClr val="22C55E"/>
          </a:solidFill>
          <a:ln w="2286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2496312" y="3035808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🎯</a:t>
            </a:r>
            <a:endParaRPr lang="en-US" sz="3200" dirty="0"/>
          </a:p>
        </p:txBody>
      </p:sp>
      <p:sp>
        <p:nvSpPr>
          <p:cNvPr id="31" name="Text 29"/>
          <p:cNvSpPr/>
          <p:nvPr/>
        </p:nvSpPr>
        <p:spPr>
          <a:xfrm>
            <a:off x="2496312" y="36758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Campus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496312" y="39502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8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Leaderboard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608576" y="2926080"/>
            <a:ext cx="1920240" cy="1691640"/>
          </a:xfrm>
          <a:prstGeom prst="rect">
            <a:avLst/>
          </a:prstGeom>
          <a:gradFill rotWithShape="1">
            <a:gsLst>
              <a:gs pos="0">
                <a:srgbClr val="0F2318"/>
              </a:gs>
              <a:gs pos="100000">
                <a:srgbClr val="081510"/>
              </a:gs>
            </a:gsLst>
            <a:lin ang="5400000" scaled="0"/>
          </a:gradFill>
          <a:ln w="22860">
            <a:solidFill>
              <a:srgbClr val="F59E0B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4608576" y="2926080"/>
            <a:ext cx="76200" cy="1691640"/>
          </a:xfrm>
          <a:prstGeom prst="rect">
            <a:avLst/>
          </a:prstGeom>
          <a:solidFill>
            <a:srgbClr val="F59E0B"/>
          </a:solidFill>
          <a:ln w="2286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4663440" y="3035808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📱</a:t>
            </a:r>
            <a:endParaRPr lang="en-US" sz="3200" dirty="0"/>
          </a:p>
        </p:txBody>
      </p:sp>
      <p:sp>
        <p:nvSpPr>
          <p:cNvPr id="36" name="Text 34"/>
          <p:cNvSpPr/>
          <p:nvPr/>
        </p:nvSpPr>
        <p:spPr>
          <a:xfrm>
            <a:off x="4663440" y="36758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  <a:latin typeface="Trebuchet MS" pitchFamily="34" charset="0"/>
              </a:rPr>
              <a:t>Emails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663440" y="39502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8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</a:t>
            </a:r>
            <a:r>
              <a:rPr lang="en-US" sz="1050" dirty="0" err="1">
                <a:solidFill>
                  <a:srgbClr val="F8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EmailJS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775704" y="2926080"/>
            <a:ext cx="1920240" cy="1691640"/>
          </a:xfrm>
          <a:prstGeom prst="rect">
            <a:avLst/>
          </a:prstGeom>
          <a:gradFill rotWithShape="1">
            <a:gsLst>
              <a:gs pos="0">
                <a:srgbClr val="0F2318"/>
              </a:gs>
              <a:gs pos="100000">
                <a:srgbClr val="081510"/>
              </a:gs>
            </a:gsLst>
            <a:lin ang="5400000" scaled="0"/>
          </a:gradFill>
          <a:ln w="22860">
            <a:solidFill>
              <a:srgbClr val="F97316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6775704" y="2926080"/>
            <a:ext cx="76200" cy="1691640"/>
          </a:xfrm>
          <a:prstGeom prst="rect">
            <a:avLst/>
          </a:prstGeom>
          <a:solidFill>
            <a:srgbClr val="F97316"/>
          </a:solidFill>
          <a:ln w="2286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6830568" y="3035808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🏛️</a:t>
            </a:r>
            <a:endParaRPr lang="en-US" sz="3200" dirty="0"/>
          </a:p>
        </p:txBody>
      </p:sp>
      <p:sp>
        <p:nvSpPr>
          <p:cNvPr id="41" name="Text 39"/>
          <p:cNvSpPr/>
          <p:nvPr/>
        </p:nvSpPr>
        <p:spPr>
          <a:xfrm>
            <a:off x="6830568" y="36758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Govt. Data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830568" y="39502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8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71209"/>
          </a:solidFill>
          <a:ln w="12700">
            <a:solidFill>
              <a:srgbClr val="07120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228600" y="491032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C55E"/>
                </a:solidFill>
              </a:rPr>
              <a:t>EcoTrack AI 🌿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0F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8FA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🛠️  Technology Behind EcoTrack AI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74320" y="1005840"/>
            <a:ext cx="2743200" cy="2743200"/>
          </a:xfrm>
          <a:prstGeom prst="rect">
            <a:avLst/>
          </a:prstGeom>
          <a:gradFill rotWithShape="1">
            <a:gsLst>
              <a:gs pos="0">
                <a:srgbClr val="0F2318"/>
              </a:gs>
              <a:gs pos="100000">
                <a:srgbClr val="081510"/>
              </a:gs>
            </a:gsLst>
            <a:lin ang="5400000" scaled="0"/>
          </a:gradFill>
          <a:ln w="12700">
            <a:solidFill>
              <a:srgbClr val="00C9A7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76200" cy="27432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11480" y="10972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💻  Frontend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11480" y="1536192"/>
            <a:ext cx="2560320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150" dirty="0">
                <a:solidFill>
                  <a:srgbClr val="F8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+ CSS3 (Glassmorphism)</a:t>
            </a:r>
            <a:endParaRPr lang="en-US" sz="11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50" dirty="0">
                <a:solidFill>
                  <a:srgbClr val="F8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1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50" dirty="0">
                <a:solidFill>
                  <a:srgbClr val="F8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API</a:t>
            </a:r>
            <a:endParaRPr lang="en-US" sz="11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50" dirty="0">
                <a:solidFill>
                  <a:srgbClr val="F8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Design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200400" y="1005840"/>
            <a:ext cx="2743200" cy="2743200"/>
          </a:xfrm>
          <a:prstGeom prst="rect">
            <a:avLst/>
          </a:prstGeom>
          <a:gradFill rotWithShape="1">
            <a:gsLst>
              <a:gs pos="0">
                <a:srgbClr val="0F2318"/>
              </a:gs>
              <a:gs pos="100000">
                <a:srgbClr val="081510"/>
              </a:gs>
            </a:gsLst>
            <a:lin ang="5400000" scaled="0"/>
          </a:gradFill>
          <a:ln w="22860">
            <a:solidFill>
              <a:srgbClr val="22C55E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3200400" y="1005840"/>
            <a:ext cx="76200" cy="2743200"/>
          </a:xfrm>
          <a:prstGeom prst="rect">
            <a:avLst/>
          </a:prstGeom>
          <a:solidFill>
            <a:srgbClr val="22C55E"/>
          </a:solidFill>
          <a:ln w="2286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337560" y="10972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⚙️  Backend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337560" y="1536192"/>
            <a:ext cx="2560320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150" dirty="0">
                <a:solidFill>
                  <a:srgbClr val="F8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Flask</a:t>
            </a:r>
            <a:endParaRPr lang="en-US" sz="11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50" dirty="0">
                <a:solidFill>
                  <a:srgbClr val="F8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</a:t>
            </a:r>
            <a:endParaRPr lang="en-US" sz="11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50" dirty="0">
                <a:solidFill>
                  <a:srgbClr val="F8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</a:t>
            </a:r>
            <a:endParaRPr lang="en-US" sz="11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50" dirty="0">
                <a:solidFill>
                  <a:srgbClr val="F8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Password Hashing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126480" y="1005840"/>
            <a:ext cx="2743200" cy="2743200"/>
          </a:xfrm>
          <a:prstGeom prst="rect">
            <a:avLst/>
          </a:prstGeom>
          <a:gradFill rotWithShape="1">
            <a:gsLst>
              <a:gs pos="0">
                <a:srgbClr val="0F2318"/>
              </a:gs>
              <a:gs pos="100000">
                <a:srgbClr val="081510"/>
              </a:gs>
            </a:gsLst>
            <a:lin ang="5400000" scaled="0"/>
          </a:gradFill>
          <a:ln w="22860">
            <a:solidFill>
              <a:srgbClr val="F59E0B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6126480" y="1005840"/>
            <a:ext cx="76200" cy="2743200"/>
          </a:xfrm>
          <a:prstGeom prst="rect">
            <a:avLst/>
          </a:prstGeom>
          <a:solidFill>
            <a:srgbClr val="F59E0B"/>
          </a:solidFill>
          <a:ln w="2286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263640" y="10972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🧠  AI / ML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263640" y="1536192"/>
            <a:ext cx="2560320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150" dirty="0">
                <a:solidFill>
                  <a:srgbClr val="F8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API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1150" dirty="0">
                <a:solidFill>
                  <a:srgbClr val="F8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API (Chat bot)</a:t>
            </a:r>
            <a:endParaRPr lang="en-US" sz="11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50" dirty="0">
                <a:solidFill>
                  <a:srgbClr val="F8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(Regression)</a:t>
            </a:r>
            <a:endParaRPr lang="en-US" sz="11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50" dirty="0">
                <a:solidFill>
                  <a:srgbClr val="F8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&amp; NumPy</a:t>
            </a:r>
            <a:endParaRPr lang="en-US" sz="11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50" dirty="0" err="1">
                <a:solidFill>
                  <a:srgbClr val="F8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EmailJS</a:t>
            </a:r>
            <a:r>
              <a:rPr lang="en-US" sz="1150" dirty="0">
                <a:solidFill>
                  <a:srgbClr val="F8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81815" y="3840480"/>
            <a:ext cx="8595360" cy="777240"/>
          </a:xfrm>
          <a:prstGeom prst="rect">
            <a:avLst/>
          </a:prstGeom>
          <a:solidFill>
            <a:srgbClr val="0D1F12"/>
          </a:solidFill>
          <a:ln w="22860">
            <a:solidFill>
              <a:srgbClr val="16A34A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57200" y="39136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Flow: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011680" y="393192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8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User/Admin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761488" y="393192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B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511296" y="393192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Frontend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261104" y="393192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B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010912" y="393192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🐍 Flask API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760720" y="393192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B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510528" y="393192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🍃 MongoDB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260336" y="393192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B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010144" y="393192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Gemini AI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71209"/>
          </a:solidFill>
          <a:ln w="12700">
            <a:solidFill>
              <a:srgbClr val="07120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28600" y="491032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C55E"/>
                </a:solidFill>
              </a:rPr>
              <a:t>EcoTrack AI 🌿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OOP Concepts">
    <p:bg>
      <p:bgPr>
        <a:solidFill>
          <a:srgbClr val="060F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11480" y="150000"/>
            <a:ext cx="8321040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8FAF9"/>
                </a:solidFill>
                <a:latin typeface="Trebuchet MS" pitchFamily="34" charset="0"/>
              </a:rPr>
              <a:t>💻  OOP Concepts in EcoTrack AI</a:t>
            </a:r>
          </a:p>
        </p:txBody>
      </p:sp>
      <p:sp>
        <p:nvSpPr>
          <p:cNvPr id="3" name="Subtitle"/>
          <p:cNvSpPr/>
          <p:nvPr/>
        </p:nvSpPr>
        <p:spPr>
          <a:xfrm>
            <a:off x="411480" y="650000"/>
            <a:ext cx="832104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0" i="1" dirty="0">
                <a:solidFill>
                  <a:srgbClr val="7EC8A4"/>
                </a:solidFill>
                <a:latin typeface="Trebuchet MS" pitchFamily="34" charset="0"/>
              </a:rPr>
              <a:t>How Object-Oriented Programming powers every layer of the platform</a:t>
            </a:r>
          </a:p>
        </p:txBody>
      </p:sp>
      <p:sp>
        <p:nvSpPr>
          <p:cNvPr id="10" name="C1BG"/>
          <p:cNvSpPr/>
          <p:nvPr/>
        </p:nvSpPr>
        <p:spPr>
          <a:xfrm>
            <a:off x="274320" y="950000"/>
            <a:ext cx="2743200" cy="1820000"/>
          </a:xfrm>
          <a:prstGeom prst="rect">
            <a:avLst/>
          </a:prstGeom>
          <a:gradFill rotWithShape="1">
            <a:gsLst>
              <a:gs pos="0">
                <a:srgbClr val="0F2318"/>
              </a:gs>
              <a:gs pos="100000">
                <a:srgbClr val="081510"/>
              </a:gs>
            </a:gsLst>
            <a:lin ang="5400000" scaled="0"/>
          </a:gradFill>
          <a:ln w="12700">
            <a:solidFill>
              <a:srgbClr val="00C9A7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1" name="C1Bar"/>
          <p:cNvSpPr/>
          <p:nvPr/>
        </p:nvSpPr>
        <p:spPr>
          <a:xfrm>
            <a:off x="274320" y="950000"/>
            <a:ext cx="55000" cy="18200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2" name="C1Txt"/>
          <p:cNvSpPr/>
          <p:nvPr/>
        </p:nvSpPr>
        <p:spPr>
          <a:xfrm>
            <a:off x="355000" y="970000"/>
            <a:ext cx="2620000" cy="178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0C9A7"/>
                </a:solidFill>
                <a:latin typeface="Trebuchet MS" pitchFamily="34" charset="0"/>
              </a:rPr>
              <a:t>📐 Class &amp; Object</a:t>
            </a:r>
          </a:p>
          <a:p>
            <a:pPr marL="0" indent="0">
              <a:buNone/>
            </a:pPr>
            <a:endParaRPr lang="en-US" sz="900" b="0" dirty="0" smtClean="0">
              <a:solidFill>
                <a:srgbClr val="7EC8A4"/>
              </a:solidFill>
              <a:latin typeface="Trebuchet MS" pitchFamily="34" charset="0"/>
            </a:endParaRPr>
          </a:p>
          <a:p>
            <a:pPr marL="0" indent="0">
              <a:buNone/>
            </a:pPr>
            <a:r>
              <a:rPr lang="en-US" sz="900" b="0" dirty="0" smtClean="0">
                <a:solidFill>
                  <a:srgbClr val="7EC8A4"/>
                </a:solidFill>
                <a:latin typeface="Trebuchet MS" pitchFamily="34" charset="0"/>
              </a:rPr>
              <a:t>Blueprint </a:t>
            </a:r>
            <a:r>
              <a:rPr lang="en-US" sz="900" b="0" dirty="0">
                <a:solidFill>
                  <a:srgbClr val="7EC8A4"/>
                </a:solidFill>
                <a:latin typeface="Trebuchet MS" pitchFamily="34" charset="0"/>
              </a:rPr>
              <a:t>for chatbot, particles &amp; local DB. Objects created at runtime from each class.</a:t>
            </a:r>
          </a:p>
        </p:txBody>
      </p:sp>
      <p:sp>
        <p:nvSpPr>
          <p:cNvPr id="20" name="C2BG"/>
          <p:cNvSpPr/>
          <p:nvPr/>
        </p:nvSpPr>
        <p:spPr>
          <a:xfrm>
            <a:off x="3200520" y="950000"/>
            <a:ext cx="2743200" cy="1820000"/>
          </a:xfrm>
          <a:prstGeom prst="rect">
            <a:avLst/>
          </a:prstGeom>
          <a:gradFill rotWithShape="1">
            <a:gsLst>
              <a:gs pos="0">
                <a:srgbClr val="0F2318"/>
              </a:gs>
              <a:gs pos="100000">
                <a:srgbClr val="081510"/>
              </a:gs>
            </a:gsLst>
            <a:lin ang="5400000" scaled="0"/>
          </a:gradFill>
          <a:ln w="12700">
            <a:solidFill>
              <a:srgbClr val="FFB347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21" name="C2Bar"/>
          <p:cNvSpPr/>
          <p:nvPr/>
        </p:nvSpPr>
        <p:spPr>
          <a:xfrm>
            <a:off x="3200520" y="950000"/>
            <a:ext cx="55000" cy="1820000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2" name="C2Txt"/>
          <p:cNvSpPr/>
          <p:nvPr/>
        </p:nvSpPr>
        <p:spPr>
          <a:xfrm>
            <a:off x="3281000" y="970000"/>
            <a:ext cx="2620000" cy="178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B347"/>
                </a:solidFill>
                <a:latin typeface="Trebuchet MS" pitchFamily="34" charset="0"/>
              </a:rPr>
              <a:t>🔒 Encapsulation</a:t>
            </a:r>
          </a:p>
          <a:p>
            <a:pPr marL="0" indent="0">
              <a:buNone/>
            </a:pPr>
            <a:endParaRPr lang="en-US" sz="900" b="0" dirty="0" smtClean="0">
              <a:solidFill>
                <a:srgbClr val="7EC8A4"/>
              </a:solidFill>
              <a:latin typeface="Trebuchet MS" pitchFamily="34" charset="0"/>
            </a:endParaRPr>
          </a:p>
          <a:p>
            <a:pPr marL="0" indent="0">
              <a:buNone/>
            </a:pPr>
            <a:r>
              <a:rPr lang="en-US" sz="900" b="0" dirty="0" smtClean="0">
                <a:solidFill>
                  <a:srgbClr val="7EC8A4"/>
                </a:solidFill>
                <a:latin typeface="Trebuchet MS" pitchFamily="34" charset="0"/>
              </a:rPr>
              <a:t>Chat </a:t>
            </a:r>
            <a:r>
              <a:rPr lang="en-US" sz="900" b="0" dirty="0">
                <a:solidFill>
                  <a:srgbClr val="7EC8A4"/>
                </a:solidFill>
                <a:latin typeface="Trebuchet MS" pitchFamily="34" charset="0"/>
              </a:rPr>
              <a:t>history &amp; DB logic kept private inside classes, hidden from outside access.</a:t>
            </a:r>
          </a:p>
        </p:txBody>
      </p:sp>
      <p:sp>
        <p:nvSpPr>
          <p:cNvPr id="30" name="C3BG"/>
          <p:cNvSpPr/>
          <p:nvPr/>
        </p:nvSpPr>
        <p:spPr>
          <a:xfrm>
            <a:off x="6126720" y="950000"/>
            <a:ext cx="2743200" cy="1820000"/>
          </a:xfrm>
          <a:prstGeom prst="rect">
            <a:avLst/>
          </a:prstGeom>
          <a:gradFill rotWithShape="1">
            <a:gsLst>
              <a:gs pos="0">
                <a:srgbClr val="0F2318"/>
              </a:gs>
              <a:gs pos="100000">
                <a:srgbClr val="081510"/>
              </a:gs>
            </a:gsLst>
            <a:lin ang="5400000" scaled="0"/>
          </a:gradFill>
          <a:ln w="12700">
            <a:solidFill>
              <a:srgbClr val="3B82F6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1" name="C3Bar"/>
          <p:cNvSpPr/>
          <p:nvPr/>
        </p:nvSpPr>
        <p:spPr>
          <a:xfrm>
            <a:off x="6126720" y="950000"/>
            <a:ext cx="55000" cy="1820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32" name="C3Txt"/>
          <p:cNvSpPr/>
          <p:nvPr/>
        </p:nvSpPr>
        <p:spPr>
          <a:xfrm>
            <a:off x="6207000" y="970000"/>
            <a:ext cx="2620000" cy="178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3B82F6"/>
                </a:solidFill>
                <a:latin typeface="Trebuchet MS" pitchFamily="34" charset="0"/>
              </a:rPr>
              <a:t>🧬 Inheritance</a:t>
            </a:r>
          </a:p>
          <a:p>
            <a:pPr marL="0" indent="0">
              <a:buNone/>
            </a:pPr>
            <a:endParaRPr lang="en-US" sz="900" b="0" dirty="0" smtClean="0">
              <a:solidFill>
                <a:srgbClr val="7EC8A4"/>
              </a:solidFill>
              <a:latin typeface="Trebuchet MS" pitchFamily="34" charset="0"/>
            </a:endParaRPr>
          </a:p>
          <a:p>
            <a:pPr marL="0" indent="0">
              <a:buNone/>
            </a:pPr>
            <a:r>
              <a:rPr lang="en-US" sz="900" b="0" dirty="0" smtClean="0">
                <a:solidFill>
                  <a:srgbClr val="7EC8A4"/>
                </a:solidFill>
                <a:latin typeface="Trebuchet MS" pitchFamily="34" charset="0"/>
              </a:rPr>
              <a:t>Child </a:t>
            </a:r>
            <a:r>
              <a:rPr lang="en-US" sz="900" b="0" dirty="0">
                <a:solidFill>
                  <a:srgbClr val="7EC8A4"/>
                </a:solidFill>
                <a:latin typeface="Trebuchet MS" pitchFamily="34" charset="0"/>
              </a:rPr>
              <a:t>class inherits MongoDB interface. Same methods, local JSON fallback when DB is offline.</a:t>
            </a:r>
          </a:p>
        </p:txBody>
      </p:sp>
      <p:sp>
        <p:nvSpPr>
          <p:cNvPr id="40" name="C4BG"/>
          <p:cNvSpPr/>
          <p:nvPr/>
        </p:nvSpPr>
        <p:spPr>
          <a:xfrm>
            <a:off x="1398785" y="2937627"/>
            <a:ext cx="2743200" cy="1820000"/>
          </a:xfrm>
          <a:prstGeom prst="rect">
            <a:avLst/>
          </a:prstGeom>
          <a:gradFill rotWithShape="1">
            <a:gsLst>
              <a:gs pos="0">
                <a:srgbClr val="0F2318"/>
              </a:gs>
              <a:gs pos="100000">
                <a:srgbClr val="081510"/>
              </a:gs>
            </a:gsLst>
            <a:lin ang="5400000" scaled="0"/>
          </a:gradFill>
          <a:ln w="12700">
            <a:solidFill>
              <a:srgbClr val="A855F7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41" name="C4Bar"/>
          <p:cNvSpPr/>
          <p:nvPr/>
        </p:nvSpPr>
        <p:spPr>
          <a:xfrm>
            <a:off x="1398785" y="2937627"/>
            <a:ext cx="55000" cy="18200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42" name="C4Txt"/>
          <p:cNvSpPr/>
          <p:nvPr/>
        </p:nvSpPr>
        <p:spPr>
          <a:xfrm>
            <a:off x="1479465" y="2957627"/>
            <a:ext cx="2620000" cy="178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A855F7"/>
                </a:solidFill>
                <a:latin typeface="Trebuchet MS" pitchFamily="34" charset="0"/>
              </a:rPr>
              <a:t>🧩 </a:t>
            </a:r>
            <a:r>
              <a:rPr lang="en-US" sz="1500" b="1" dirty="0" smtClean="0">
                <a:solidFill>
                  <a:srgbClr val="A855F7"/>
                </a:solidFill>
                <a:latin typeface="Trebuchet MS" pitchFamily="34" charset="0"/>
              </a:rPr>
              <a:t>Abstraction</a:t>
            </a:r>
          </a:p>
          <a:p>
            <a:pPr marL="0" indent="0">
              <a:buNone/>
            </a:pPr>
            <a:endParaRPr lang="en-US" sz="1500" b="1" dirty="0">
              <a:solidFill>
                <a:srgbClr val="A855F7"/>
              </a:solidFill>
              <a:latin typeface="Trebuchet MS" pitchFamily="34" charset="0"/>
            </a:endParaRPr>
          </a:p>
          <a:p>
            <a:pPr marL="0" indent="0">
              <a:buNone/>
            </a:pPr>
            <a:r>
              <a:rPr lang="en-US" sz="900" b="0" dirty="0" smtClean="0">
                <a:solidFill>
                  <a:srgbClr val="7EC8A4"/>
                </a:solidFill>
                <a:latin typeface="Trebuchet MS" pitchFamily="34" charset="0"/>
              </a:rPr>
              <a:t>Complex </a:t>
            </a:r>
            <a:r>
              <a:rPr lang="en-US" sz="900" b="0" dirty="0">
                <a:solidFill>
                  <a:srgbClr val="7EC8A4"/>
                </a:solidFill>
                <a:latin typeface="Trebuchet MS" pitchFamily="34" charset="0"/>
              </a:rPr>
              <a:t>API calls &amp; auth logic hidden behind simple functions. Caller needs no internal knowledge.</a:t>
            </a:r>
          </a:p>
        </p:txBody>
      </p:sp>
      <p:sp>
        <p:nvSpPr>
          <p:cNvPr id="50" name="C5BG"/>
          <p:cNvSpPr/>
          <p:nvPr/>
        </p:nvSpPr>
        <p:spPr>
          <a:xfrm>
            <a:off x="4992250" y="2957627"/>
            <a:ext cx="2743200" cy="1820000"/>
          </a:xfrm>
          <a:prstGeom prst="rect">
            <a:avLst/>
          </a:prstGeom>
          <a:gradFill rotWithShape="1">
            <a:gsLst>
              <a:gs pos="0">
                <a:srgbClr val="0F2318"/>
              </a:gs>
              <a:gs pos="100000">
                <a:srgbClr val="081510"/>
              </a:gs>
            </a:gsLst>
            <a:lin ang="5400000" scaled="0"/>
          </a:gradFill>
          <a:ln w="12700">
            <a:solidFill>
              <a:srgbClr val="F97316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51" name="C5Bar"/>
          <p:cNvSpPr/>
          <p:nvPr/>
        </p:nvSpPr>
        <p:spPr>
          <a:xfrm>
            <a:off x="4992250" y="2957627"/>
            <a:ext cx="55000" cy="1820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52" name="C5Txt"/>
          <p:cNvSpPr/>
          <p:nvPr/>
        </p:nvSpPr>
        <p:spPr>
          <a:xfrm>
            <a:off x="5072730" y="2977627"/>
            <a:ext cx="2620000" cy="178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97316"/>
                </a:solidFill>
                <a:latin typeface="Trebuchet MS" pitchFamily="34" charset="0"/>
              </a:rPr>
              <a:t>🎭 </a:t>
            </a:r>
            <a:r>
              <a:rPr lang="en-US" sz="1500" b="1" dirty="0" smtClean="0">
                <a:solidFill>
                  <a:srgbClr val="F97316"/>
                </a:solidFill>
                <a:latin typeface="Trebuchet MS" pitchFamily="34" charset="0"/>
              </a:rPr>
              <a:t>Polymorphism</a:t>
            </a:r>
          </a:p>
          <a:p>
            <a:pPr marL="0" indent="0">
              <a:buNone/>
            </a:pPr>
            <a:endParaRPr lang="en-US" sz="1500" b="1" dirty="0">
              <a:solidFill>
                <a:srgbClr val="F97316"/>
              </a:solidFill>
              <a:latin typeface="Trebuchet MS" pitchFamily="34" charset="0"/>
            </a:endParaRPr>
          </a:p>
          <a:p>
            <a:pPr marL="0" indent="0">
              <a:buNone/>
            </a:pPr>
            <a:r>
              <a:rPr lang="en-US" sz="900" b="0" dirty="0" smtClean="0">
                <a:solidFill>
                  <a:srgbClr val="7EC8A4"/>
                </a:solidFill>
                <a:latin typeface="Trebuchet MS" pitchFamily="34" charset="0"/>
              </a:rPr>
              <a:t>Same </a:t>
            </a:r>
            <a:r>
              <a:rPr lang="en-US" sz="900" b="0" dirty="0">
                <a:solidFill>
                  <a:srgbClr val="7EC8A4"/>
                </a:solidFill>
                <a:latin typeface="Trebuchet MS" pitchFamily="34" charset="0"/>
              </a:rPr>
              <a:t>method names work on MongoDB &amp; FileCollection. Different behavior, identical interface.</a:t>
            </a:r>
          </a:p>
        </p:txBody>
      </p:sp>
      <p:sp>
        <p:nvSpPr>
          <p:cNvPr id="70" name="Footer"/>
          <p:cNvSpPr/>
          <p:nvPr/>
        </p:nvSpPr>
        <p:spPr>
          <a:xfrm>
            <a:off x="274320" y="4930000"/>
            <a:ext cx="8595360" cy="1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0" dirty="0">
                <a:solidFill>
                  <a:srgbClr val="2D5A3D"/>
                </a:solidFill>
                <a:latin typeface="Trebuchet MS" pitchFamily="34" charset="0"/>
              </a:rPr>
              <a:t>EcoTrack AI 🌿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0F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8FA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🏆  EcoScore — Your Green Credit Score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74320" y="960120"/>
            <a:ext cx="1920240" cy="777240"/>
          </a:xfrm>
          <a:prstGeom prst="rect">
            <a:avLst/>
          </a:prstGeom>
          <a:gradFill rotWithShape="1">
            <a:gsLst>
              <a:gs pos="0">
                <a:srgbClr val="0F2318"/>
              </a:gs>
              <a:gs pos="100000">
                <a:srgbClr val="081510"/>
              </a:gs>
            </a:gsLst>
            <a:lin ang="5400000" scaled="0"/>
          </a:gradFill>
          <a:ln w="22860">
            <a:solidFill>
              <a:srgbClr val="EF4444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76200" cy="777240"/>
          </a:xfrm>
          <a:prstGeom prst="rect">
            <a:avLst/>
          </a:prstGeom>
          <a:solidFill>
            <a:srgbClr val="EF4444"/>
          </a:solidFill>
          <a:ln w="2286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84048" y="100584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CRITICAL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84048" y="1316736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0–200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23160" y="960120"/>
            <a:ext cx="1920240" cy="777240"/>
          </a:xfrm>
          <a:prstGeom prst="rect">
            <a:avLst/>
          </a:prstGeom>
          <a:gradFill rotWithShape="1">
            <a:gsLst>
              <a:gs pos="0">
                <a:srgbClr val="0F2318"/>
              </a:gs>
              <a:gs pos="100000">
                <a:srgbClr val="081510"/>
              </a:gs>
            </a:gsLst>
            <a:lin ang="5400000" scaled="0"/>
          </a:gradFill>
          <a:ln w="22860">
            <a:solidFill>
              <a:srgbClr val="F97316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2423160" y="960120"/>
            <a:ext cx="76200" cy="777240"/>
          </a:xfrm>
          <a:prstGeom prst="rect">
            <a:avLst/>
          </a:prstGeom>
          <a:solidFill>
            <a:srgbClr val="F97316"/>
          </a:solidFill>
          <a:ln w="2286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2532888" y="100584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532888" y="1316736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200–400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0" y="960120"/>
            <a:ext cx="1920240" cy="777240"/>
          </a:xfrm>
          <a:prstGeom prst="rect">
            <a:avLst/>
          </a:prstGeom>
          <a:gradFill rotWithShape="1">
            <a:gsLst>
              <a:gs pos="0">
                <a:srgbClr val="0F2318"/>
              </a:gs>
              <a:gs pos="100000">
                <a:srgbClr val="081510"/>
              </a:gs>
            </a:gsLst>
            <a:lin ang="5400000" scaled="0"/>
          </a:gradFill>
          <a:ln w="22860">
            <a:solidFill>
              <a:srgbClr val="F59E0B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4572000" y="960120"/>
            <a:ext cx="76200" cy="777240"/>
          </a:xfrm>
          <a:prstGeom prst="rect">
            <a:avLst/>
          </a:prstGeom>
          <a:solidFill>
            <a:srgbClr val="F59E0B"/>
          </a:solidFill>
          <a:ln w="2286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681728" y="100584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MODERATE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81728" y="1316736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400–600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720840" y="960120"/>
            <a:ext cx="1920240" cy="777240"/>
          </a:xfrm>
          <a:prstGeom prst="rect">
            <a:avLst/>
          </a:prstGeom>
          <a:gradFill rotWithShape="1">
            <a:gsLst>
              <a:gs pos="0">
                <a:srgbClr val="0F2318"/>
              </a:gs>
              <a:gs pos="100000">
                <a:srgbClr val="081510"/>
              </a:gs>
            </a:gsLst>
            <a:lin ang="5400000" scaled="0"/>
          </a:gradFill>
          <a:ln w="22860">
            <a:solidFill>
              <a:srgbClr val="22C55E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6720840" y="960120"/>
            <a:ext cx="76200" cy="777240"/>
          </a:xfrm>
          <a:prstGeom prst="rect">
            <a:avLst/>
          </a:prstGeom>
          <a:solidFill>
            <a:srgbClr val="22C55E"/>
          </a:solidFill>
          <a:ln w="2286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830568" y="100584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ECO HERO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30568" y="1316736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600–800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474720" y="1783080"/>
            <a:ext cx="2194560" cy="2194560"/>
          </a:xfrm>
          <a:prstGeom prst="ellipse">
            <a:avLst/>
          </a:prstGeom>
          <a:solidFill>
            <a:srgbClr val="1A7A3A"/>
          </a:solidFill>
          <a:ln w="381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3474720" y="224028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750</a:t>
            </a:r>
            <a:endParaRPr lang="en-US" sz="5200" dirty="0"/>
          </a:p>
        </p:txBody>
      </p:sp>
      <p:sp>
        <p:nvSpPr>
          <p:cNvPr id="21" name="Text 19"/>
          <p:cNvSpPr/>
          <p:nvPr/>
        </p:nvSpPr>
        <p:spPr>
          <a:xfrm>
            <a:off x="3474720" y="297180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 HERO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1874520"/>
            <a:ext cx="2926080" cy="566928"/>
          </a:xfrm>
          <a:prstGeom prst="rect">
            <a:avLst/>
          </a:prstGeom>
          <a:gradFill rotWithShape="1">
            <a:gsLst>
              <a:gs pos="0">
                <a:srgbClr val="0F2318"/>
              </a:gs>
              <a:gs pos="100000">
                <a:srgbClr val="081510"/>
              </a:gs>
            </a:gsLst>
            <a:lin ang="5400000" scaled="0"/>
          </a:gradFill>
          <a:ln w="22860">
            <a:solidFill>
              <a:srgbClr val="F97316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384048" y="19202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avg daily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828800" y="19202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5.2 kg CO₂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74320" y="2532888"/>
            <a:ext cx="2926080" cy="566928"/>
          </a:xfrm>
          <a:prstGeom prst="rect">
            <a:avLst/>
          </a:prstGeom>
          <a:gradFill rotWithShape="1">
            <a:gsLst>
              <a:gs pos="0">
                <a:srgbClr val="0F2318"/>
              </a:gs>
              <a:gs pos="100000">
                <a:srgbClr val="081510"/>
              </a:gs>
            </a:gsLst>
            <a:lin ang="5400000" scaled="0"/>
          </a:gradFill>
          <a:ln w="22860">
            <a:solidFill>
              <a:srgbClr val="F59E0B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384048" y="257860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EcoTrack heavy user avg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828800" y="257860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3.1 kg CO₂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274320" y="3191256"/>
            <a:ext cx="2926080" cy="566928"/>
          </a:xfrm>
          <a:prstGeom prst="rect">
            <a:avLst/>
          </a:prstGeom>
          <a:gradFill rotWithShape="1">
            <a:gsLst>
              <a:gs pos="0">
                <a:srgbClr val="0F2318"/>
              </a:gs>
              <a:gs pos="100000">
                <a:srgbClr val="081510"/>
              </a:gs>
            </a:gsLst>
            <a:lin ang="5400000" scaled="0"/>
          </a:gradFill>
          <a:ln w="22860">
            <a:solidFill>
              <a:srgbClr val="22C55E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384048" y="323697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leaderboard users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828800" y="3236976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&lt; 2 kg CO₂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943600" y="1874520"/>
            <a:ext cx="2926080" cy="566928"/>
          </a:xfrm>
          <a:prstGeom prst="rect">
            <a:avLst/>
          </a:prstGeom>
          <a:gradFill rotWithShape="1">
            <a:gsLst>
              <a:gs pos="0">
                <a:srgbClr val="0F2318"/>
              </a:gs>
              <a:gs pos="100000">
                <a:srgbClr val="081510"/>
              </a:gs>
            </a:gsLst>
            <a:lin ang="5400000" scaled="0"/>
          </a:gradFill>
          <a:ln w="12700">
            <a:solidFill>
              <a:srgbClr val="00C9A7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6035040" y="19202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−40% reduction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6035040" y="23957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among active EcoTrack users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274320" y="434340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Gamification drives behavioral change — 34% higher engagement in sustainability apps with scoring systems  (Nielsen, 2022)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71209"/>
          </a:solidFill>
          <a:ln w="12700">
            <a:solidFill>
              <a:srgbClr val="07120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228600" y="491032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C55E"/>
                </a:solidFill>
              </a:rPr>
              <a:t>EcoTrack AI 🌿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0F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8FA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🖥️  Platform Walkthrough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73152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668936"/>
            <a:ext cx="8759952" cy="3921352"/>
          </a:xfrm>
          <a:prstGeom prst="rect">
            <a:avLst/>
          </a:prstGeom>
          <a:gradFill rotWithShape="1">
            <a:gsLst>
              <a:gs pos="0">
                <a:srgbClr val="0F2318"/>
              </a:gs>
              <a:gs pos="100000">
                <a:srgbClr val="081510"/>
              </a:gs>
            </a:gsLst>
            <a:lin ang="5400000" scaled="0"/>
          </a:gradFill>
          <a:ln w="12700">
            <a:solidFill>
              <a:srgbClr val="00C9A7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76200" cy="178308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84047" y="1051560"/>
            <a:ext cx="5886938" cy="3423004"/>
          </a:xfrm>
          <a:prstGeom prst="rect">
            <a:avLst/>
          </a:prstGeom>
          <a:solidFill>
            <a:srgbClr val="163020"/>
          </a:solidFill>
          <a:ln w="635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84048" y="1051560"/>
            <a:ext cx="2103120" cy="201168"/>
          </a:xfrm>
          <a:prstGeom prst="rect">
            <a:avLst/>
          </a:prstGeom>
          <a:solidFill>
            <a:srgbClr val="071209"/>
          </a:solidFill>
          <a:ln w="12700">
            <a:solidFill>
              <a:srgbClr val="07120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20624" y="106984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6A34A"/>
                </a:solidFill>
              </a:rPr>
              <a:t>● ● ●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411480" y="1307592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205740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527025" y="1348740"/>
            <a:ext cx="31876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🏠 Landing Page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723388" y="1963449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600" dirty="0">
                <a:solidFill>
                  <a:srgbClr val="F8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section with CTA, live emission ticker &amp; India map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71209"/>
          </a:solidFill>
          <a:ln w="12700">
            <a:solidFill>
              <a:srgbClr val="07120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228600" y="491032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C55E"/>
                </a:solidFill>
              </a:rPr>
              <a:t>EcoTrack AI 🌿</a:t>
            </a:r>
            <a:endParaRPr lang="en-US" sz="900" dirty="0"/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8A520611-F62E-3C30-F498-C5CA8C4AF82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614" t="1410" r="1"/>
          <a:stretch>
            <a:fillRect/>
          </a:stretch>
        </p:blipFill>
        <p:spPr>
          <a:xfrm>
            <a:off x="12084" y="678510"/>
            <a:ext cx="6412100" cy="391177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F0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F3853D-3ED7-2DAF-599F-960DBD5EB9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F5EB194-4B54-04A0-44B7-3F93BD7C21B6}"/>
              </a:ext>
            </a:extLst>
          </p:cNvPr>
          <p:cNvSpPr/>
          <p:nvPr/>
        </p:nvSpPr>
        <p:spPr>
          <a:xfrm>
            <a:off x="411480" y="20116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6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C5D5ABE-58A7-4197-7740-D83DB3274F47}"/>
              </a:ext>
            </a:extLst>
          </p:cNvPr>
          <p:cNvSpPr/>
          <p:nvPr/>
        </p:nvSpPr>
        <p:spPr>
          <a:xfrm>
            <a:off x="411480" y="73152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64ECEE5C-2671-178C-66E7-FD304D07377F}"/>
              </a:ext>
            </a:extLst>
          </p:cNvPr>
          <p:cNvSpPr/>
          <p:nvPr/>
        </p:nvSpPr>
        <p:spPr>
          <a:xfrm>
            <a:off x="0" y="0"/>
            <a:ext cx="9144000" cy="5111496"/>
          </a:xfrm>
          <a:prstGeom prst="rect">
            <a:avLst/>
          </a:prstGeom>
          <a:gradFill rotWithShape="1">
            <a:gsLst>
              <a:gs pos="0">
                <a:srgbClr val="0F2318"/>
              </a:gs>
              <a:gs pos="100000">
                <a:srgbClr val="081510"/>
              </a:gs>
            </a:gsLst>
            <a:lin ang="5400000" scaled="0"/>
          </a:gradFill>
          <a:ln w="12700">
            <a:solidFill>
              <a:srgbClr val="00C9A7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5DEE42F3-D74E-B022-5BE3-CFB9A316115E}"/>
              </a:ext>
            </a:extLst>
          </p:cNvPr>
          <p:cNvSpPr/>
          <p:nvPr/>
        </p:nvSpPr>
        <p:spPr>
          <a:xfrm>
            <a:off x="274320" y="960120"/>
            <a:ext cx="76200" cy="178308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9FE6ACC0-3D1D-33CA-B7F4-7058C5439D99}"/>
              </a:ext>
            </a:extLst>
          </p:cNvPr>
          <p:cNvSpPr/>
          <p:nvPr/>
        </p:nvSpPr>
        <p:spPr>
          <a:xfrm>
            <a:off x="384047" y="1051560"/>
            <a:ext cx="5886938" cy="3423004"/>
          </a:xfrm>
          <a:prstGeom prst="rect">
            <a:avLst/>
          </a:prstGeom>
          <a:solidFill>
            <a:srgbClr val="163020"/>
          </a:solidFill>
          <a:ln w="635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C6A2946D-C327-B404-C298-C6B98BD38FE5}"/>
              </a:ext>
            </a:extLst>
          </p:cNvPr>
          <p:cNvSpPr/>
          <p:nvPr/>
        </p:nvSpPr>
        <p:spPr>
          <a:xfrm>
            <a:off x="384048" y="1051560"/>
            <a:ext cx="2103120" cy="201168"/>
          </a:xfrm>
          <a:prstGeom prst="rect">
            <a:avLst/>
          </a:prstGeom>
          <a:solidFill>
            <a:srgbClr val="071209"/>
          </a:solidFill>
          <a:ln w="12700">
            <a:solidFill>
              <a:srgbClr val="07120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2C0E65BB-3FFD-31F6-25F0-A38586B42617}"/>
              </a:ext>
            </a:extLst>
          </p:cNvPr>
          <p:cNvSpPr/>
          <p:nvPr/>
        </p:nvSpPr>
        <p:spPr>
          <a:xfrm>
            <a:off x="420624" y="106984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6A34A"/>
                </a:solidFill>
              </a:rPr>
              <a:t>● ● ●</a:t>
            </a:r>
            <a:endParaRPr lang="en-US" sz="7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573186BA-2F98-05FE-E301-96DF5BBE2AA7}"/>
              </a:ext>
            </a:extLst>
          </p:cNvPr>
          <p:cNvSpPr/>
          <p:nvPr/>
        </p:nvSpPr>
        <p:spPr>
          <a:xfrm>
            <a:off x="411480" y="1307592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6409052C-4D01-AA11-DF8D-8E1E1415A59F}"/>
              </a:ext>
            </a:extLst>
          </p:cNvPr>
          <p:cNvSpPr/>
          <p:nvPr/>
        </p:nvSpPr>
        <p:spPr>
          <a:xfrm>
            <a:off x="411480" y="205740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1056334B-0999-3357-44CE-EE6B48887859}"/>
              </a:ext>
            </a:extLst>
          </p:cNvPr>
          <p:cNvSpPr/>
          <p:nvPr/>
        </p:nvSpPr>
        <p:spPr>
          <a:xfrm>
            <a:off x="6536800" y="1847088"/>
            <a:ext cx="31876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🤖 AI Recommendations</a:t>
            </a:r>
            <a:endParaRPr lang="en-US" dirty="0"/>
          </a:p>
          <a:p>
            <a:endParaRPr lang="en-US" dirty="0"/>
          </a:p>
          <a:p>
            <a:endParaRPr lang="en-US" dirty="0">
              <a:solidFill>
                <a:srgbClr val="F8FAF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dirty="0">
              <a:solidFill>
                <a:srgbClr val="F8FAF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dirty="0">
              <a:solidFill>
                <a:srgbClr val="F8FAF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600" dirty="0">
                <a:solidFill>
                  <a:srgbClr val="F8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Gemini-generated personal</a:t>
            </a:r>
          </a:p>
          <a:p>
            <a:r>
              <a:rPr lang="en-US" sz="1600" dirty="0">
                <a:solidFill>
                  <a:srgbClr val="F8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green tips ranked by impact </a:t>
            </a:r>
          </a:p>
          <a:p>
            <a:r>
              <a:rPr lang="en-US" sz="1600" dirty="0">
                <a:solidFill>
                  <a:srgbClr val="F8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&amp; ease</a:t>
            </a:r>
            <a:endParaRPr lang="en-US" sz="1600" dirty="0"/>
          </a:p>
          <a:p>
            <a:endParaRPr lang="en-US" sz="1200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B59EF76-DEC8-C8F8-C385-1A9ECEA3E269}"/>
              </a:ext>
            </a:extLst>
          </p:cNvPr>
          <p:cNvSpPr/>
          <p:nvPr/>
        </p:nvSpPr>
        <p:spPr>
          <a:xfrm>
            <a:off x="6723388" y="1963449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endParaRPr lang="en-US" sz="1600" dirty="0"/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FECA7491-77EE-B9EA-E192-42A765546CA7}"/>
              </a:ext>
            </a:extLst>
          </p:cNvPr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71209"/>
          </a:solidFill>
          <a:ln w="12700">
            <a:solidFill>
              <a:srgbClr val="07120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3085190F-0BF5-A135-7738-4F02784C8D84}"/>
              </a:ext>
            </a:extLst>
          </p:cNvPr>
          <p:cNvSpPr/>
          <p:nvPr/>
        </p:nvSpPr>
        <p:spPr>
          <a:xfrm>
            <a:off x="228600" y="491032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C55E"/>
                </a:solidFill>
              </a:rPr>
              <a:t>EcoTrack AI 🌿</a:t>
            </a:r>
            <a:endParaRPr lang="en-US" sz="9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05C829DC-ABB2-D289-7414-C7969A1882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81" y="452628"/>
            <a:ext cx="6536800" cy="4067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1885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F0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2161CF-3A4C-F47B-DE7A-7AF9152BCD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3157857-3729-F11A-71AD-656C4B653E4D}"/>
              </a:ext>
            </a:extLst>
          </p:cNvPr>
          <p:cNvSpPr/>
          <p:nvPr/>
        </p:nvSpPr>
        <p:spPr>
          <a:xfrm>
            <a:off x="411480" y="20116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6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59D1299-6F86-65C8-8154-1F1D9DFD39CB}"/>
              </a:ext>
            </a:extLst>
          </p:cNvPr>
          <p:cNvSpPr/>
          <p:nvPr/>
        </p:nvSpPr>
        <p:spPr>
          <a:xfrm>
            <a:off x="411480" y="73152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9020581-7D5E-2F4F-0341-ADEF8BA24745}"/>
              </a:ext>
            </a:extLst>
          </p:cNvPr>
          <p:cNvSpPr/>
          <p:nvPr/>
        </p:nvSpPr>
        <p:spPr>
          <a:xfrm>
            <a:off x="0" y="0"/>
            <a:ext cx="9144000" cy="5111496"/>
          </a:xfrm>
          <a:prstGeom prst="rect">
            <a:avLst/>
          </a:prstGeom>
          <a:gradFill rotWithShape="1">
            <a:gsLst>
              <a:gs pos="0">
                <a:srgbClr val="0F2318"/>
              </a:gs>
              <a:gs pos="100000">
                <a:srgbClr val="081510"/>
              </a:gs>
            </a:gsLst>
            <a:lin ang="5400000" scaled="0"/>
          </a:gradFill>
          <a:ln w="12700">
            <a:solidFill>
              <a:srgbClr val="00C9A7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C16E069C-DC4D-BC1D-8A67-75DD47BAC6A2}"/>
              </a:ext>
            </a:extLst>
          </p:cNvPr>
          <p:cNvSpPr/>
          <p:nvPr/>
        </p:nvSpPr>
        <p:spPr>
          <a:xfrm>
            <a:off x="274320" y="960120"/>
            <a:ext cx="76200" cy="178308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8D34AC04-406A-D1C4-B420-66802B14F9E3}"/>
              </a:ext>
            </a:extLst>
          </p:cNvPr>
          <p:cNvSpPr/>
          <p:nvPr/>
        </p:nvSpPr>
        <p:spPr>
          <a:xfrm>
            <a:off x="384047" y="1051560"/>
            <a:ext cx="5886938" cy="3423004"/>
          </a:xfrm>
          <a:prstGeom prst="rect">
            <a:avLst/>
          </a:prstGeom>
          <a:solidFill>
            <a:srgbClr val="163020"/>
          </a:solidFill>
          <a:ln w="635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662D850A-0855-8295-43B5-F0D84347E8B5}"/>
              </a:ext>
            </a:extLst>
          </p:cNvPr>
          <p:cNvSpPr/>
          <p:nvPr/>
        </p:nvSpPr>
        <p:spPr>
          <a:xfrm>
            <a:off x="384048" y="1051560"/>
            <a:ext cx="2103120" cy="201168"/>
          </a:xfrm>
          <a:prstGeom prst="rect">
            <a:avLst/>
          </a:prstGeom>
          <a:solidFill>
            <a:srgbClr val="071209"/>
          </a:solidFill>
          <a:ln w="12700">
            <a:solidFill>
              <a:srgbClr val="07120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30A8610D-57B7-1395-2E61-4F8948FD061D}"/>
              </a:ext>
            </a:extLst>
          </p:cNvPr>
          <p:cNvSpPr/>
          <p:nvPr/>
        </p:nvSpPr>
        <p:spPr>
          <a:xfrm>
            <a:off x="420624" y="106984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6A34A"/>
                </a:solidFill>
              </a:rPr>
              <a:t>● ● ●</a:t>
            </a:r>
            <a:endParaRPr lang="en-US" sz="7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8E0832EA-1A61-95DB-5129-2C3901F60DA2}"/>
              </a:ext>
            </a:extLst>
          </p:cNvPr>
          <p:cNvSpPr/>
          <p:nvPr/>
        </p:nvSpPr>
        <p:spPr>
          <a:xfrm>
            <a:off x="411480" y="1307592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155401BB-04BB-3F19-A84E-8D6C01F8EE7E}"/>
              </a:ext>
            </a:extLst>
          </p:cNvPr>
          <p:cNvSpPr/>
          <p:nvPr/>
        </p:nvSpPr>
        <p:spPr>
          <a:xfrm>
            <a:off x="411480" y="205740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B32AD948-DCB4-9225-8056-26BDE40E08C9}"/>
              </a:ext>
            </a:extLst>
          </p:cNvPr>
          <p:cNvSpPr/>
          <p:nvPr/>
        </p:nvSpPr>
        <p:spPr>
          <a:xfrm>
            <a:off x="7392850" y="1851660"/>
            <a:ext cx="31876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🤖 Challenges</a:t>
            </a:r>
            <a:endParaRPr lang="en-US" dirty="0"/>
          </a:p>
          <a:p>
            <a:endParaRPr lang="en-US" dirty="0"/>
          </a:p>
          <a:p>
            <a:endParaRPr lang="en-US" dirty="0">
              <a:solidFill>
                <a:srgbClr val="F8FAF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dirty="0">
              <a:solidFill>
                <a:srgbClr val="F8FAF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dirty="0">
              <a:solidFill>
                <a:srgbClr val="F8FAF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600" dirty="0">
                <a:solidFill>
                  <a:srgbClr val="F8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challenges for</a:t>
            </a:r>
          </a:p>
          <a:p>
            <a:r>
              <a:rPr lang="en-US" sz="1600" dirty="0">
                <a:solidFill>
                  <a:srgbClr val="F8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user interaction.</a:t>
            </a:r>
            <a:endParaRPr lang="en-US" sz="1600" dirty="0"/>
          </a:p>
          <a:p>
            <a:endParaRPr lang="en-US" sz="1200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D3A19079-517A-F0E9-FBB4-84775D1E0ED0}"/>
              </a:ext>
            </a:extLst>
          </p:cNvPr>
          <p:cNvSpPr/>
          <p:nvPr/>
        </p:nvSpPr>
        <p:spPr>
          <a:xfrm>
            <a:off x="6723388" y="1963449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endParaRPr lang="en-US" sz="1600" dirty="0"/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2BFDE53B-2C5A-A43F-92DB-607115A4356C}"/>
              </a:ext>
            </a:extLst>
          </p:cNvPr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71209"/>
          </a:solidFill>
          <a:ln w="12700">
            <a:solidFill>
              <a:srgbClr val="07120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ACCBC61B-2DFC-20FA-A97B-004F2D64DF77}"/>
              </a:ext>
            </a:extLst>
          </p:cNvPr>
          <p:cNvSpPr/>
          <p:nvPr/>
        </p:nvSpPr>
        <p:spPr>
          <a:xfrm>
            <a:off x="228600" y="491032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C55E"/>
                </a:solidFill>
              </a:rPr>
              <a:t>EcoTrack AI 🌿</a:t>
            </a:r>
            <a:endParaRPr lang="en-US" sz="9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D71E68C-653D-B3E5-B6FF-8DFBC84985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7882" y="82374"/>
            <a:ext cx="7245646" cy="4773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4596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0F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8FA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🌳  Offset. Neutralize. Contribute.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73152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carbon neutralization pathways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697480" cy="3383280"/>
          </a:xfrm>
          <a:prstGeom prst="rect">
            <a:avLst/>
          </a:prstGeom>
          <a:gradFill rotWithShape="1">
            <a:gsLst>
              <a:gs pos="0">
                <a:srgbClr val="0F2318"/>
              </a:gs>
              <a:gs pos="100000">
                <a:srgbClr val="081510"/>
              </a:gs>
            </a:gsLst>
            <a:lin ang="5400000" scaled="0"/>
          </a:gradFill>
          <a:ln w="22860">
            <a:solidFill>
              <a:srgbClr val="22C55E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76200" cy="3383280"/>
          </a:xfrm>
          <a:prstGeom prst="rect">
            <a:avLst/>
          </a:prstGeom>
          <a:solidFill>
            <a:srgbClr val="22C55E"/>
          </a:solidFill>
          <a:ln w="2286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65760" y="1078992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</a:rPr>
              <a:t>🌳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365760" y="175564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Tree Plantation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210312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8FA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86 trees needed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65760" y="250545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offset 150 kg CO₂/month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281635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F8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mature tree absorbs ~21 kg CO₂/year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3383280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IPCC / FAO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11480" y="361188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182112" y="1005840"/>
            <a:ext cx="2697480" cy="3383280"/>
          </a:xfrm>
          <a:prstGeom prst="rect">
            <a:avLst/>
          </a:prstGeom>
          <a:gradFill rotWithShape="1">
            <a:gsLst>
              <a:gs pos="0">
                <a:srgbClr val="0F2318"/>
              </a:gs>
              <a:gs pos="100000">
                <a:srgbClr val="081510"/>
              </a:gs>
            </a:gsLst>
            <a:lin ang="5400000" scaled="0"/>
          </a:gradFill>
          <a:ln w="22860">
            <a:solidFill>
              <a:srgbClr val="F59E0B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3182112" y="1005840"/>
            <a:ext cx="76200" cy="3383280"/>
          </a:xfrm>
          <a:prstGeom prst="rect">
            <a:avLst/>
          </a:prstGeom>
          <a:solidFill>
            <a:srgbClr val="F59E0B"/>
          </a:solidFill>
          <a:ln w="2286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273552" y="1078992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</a:rPr>
              <a:t>☀️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3273552" y="175564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Rooftop Solar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273552" y="210312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8FA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3,600 kg CO₂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273552" y="250545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per year (3kW system)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19272" y="281635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F8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MNRE: 3kW panel fully offsets avg Indian household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19272" y="3383280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MNRE, 2023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319272" y="361188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089904" y="1005840"/>
            <a:ext cx="2697480" cy="3383280"/>
          </a:xfrm>
          <a:prstGeom prst="rect">
            <a:avLst/>
          </a:prstGeom>
          <a:gradFill rotWithShape="1">
            <a:gsLst>
              <a:gs pos="0">
                <a:srgbClr val="0F2318"/>
              </a:gs>
              <a:gs pos="100000">
                <a:srgbClr val="081510"/>
              </a:gs>
            </a:gsLst>
            <a:lin ang="5400000" scaled="0"/>
          </a:gradFill>
          <a:ln w="12700">
            <a:solidFill>
              <a:srgbClr val="00C9A7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6089904" y="1005840"/>
            <a:ext cx="76200" cy="338328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6181344" y="1078992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</a:rPr>
              <a:t>💳</a:t>
            </a:r>
            <a:endParaRPr lang="en-US" sz="4000" dirty="0"/>
          </a:p>
        </p:txBody>
      </p:sp>
      <p:sp>
        <p:nvSpPr>
          <p:cNvPr id="25" name="Text 23"/>
          <p:cNvSpPr/>
          <p:nvPr/>
        </p:nvSpPr>
        <p:spPr>
          <a:xfrm>
            <a:off x="6181344" y="175564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Carbon Credits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181344" y="210312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8FA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$5 – $15 / tonne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181344" y="250545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voluntary carbon market price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27064" y="281635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F8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carbon credit market growing rapidly post-Paris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227064" y="3383280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World Bank, 2023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227064" y="361188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71209"/>
          </a:solidFill>
          <a:ln w="12700">
            <a:solidFill>
              <a:srgbClr val="07120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228600" y="491032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C55E"/>
                </a:solidFill>
              </a:rPr>
              <a:t>EcoTrack AI 🌿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0F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8FA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📈  Why Now? Why India?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73152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massive, underserved market at the intersection of climate &amp; tech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743200" cy="1325880"/>
          </a:xfrm>
          <a:prstGeom prst="rect">
            <a:avLst/>
          </a:prstGeom>
          <a:gradFill rotWithShape="1">
            <a:gsLst>
              <a:gs pos="0">
                <a:srgbClr val="0F2318"/>
              </a:gs>
              <a:gs pos="100000">
                <a:srgbClr val="081510"/>
              </a:gs>
            </a:gsLst>
            <a:lin ang="5400000" scaled="0"/>
          </a:gradFill>
          <a:ln w="22860">
            <a:solidFill>
              <a:srgbClr val="F59E0B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76200" cy="1325880"/>
          </a:xfrm>
          <a:prstGeom prst="rect">
            <a:avLst/>
          </a:prstGeom>
          <a:solidFill>
            <a:srgbClr val="F59E0B"/>
          </a:solidFill>
          <a:ln w="2286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11480" y="1078992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$1.8B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65760" y="166420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8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carbon mgmt software market by 2028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65760" y="202996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Mark Wide Research, 2025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200400" y="1005840"/>
            <a:ext cx="2743200" cy="1325880"/>
          </a:xfrm>
          <a:prstGeom prst="rect">
            <a:avLst/>
          </a:prstGeom>
          <a:gradFill rotWithShape="1">
            <a:gsLst>
              <a:gs pos="0">
                <a:srgbClr val="0F2318"/>
              </a:gs>
              <a:gs pos="100000">
                <a:srgbClr val="081510"/>
              </a:gs>
            </a:gsLst>
            <a:lin ang="5400000" scaled="0"/>
          </a:gradFill>
          <a:ln w="12700">
            <a:solidFill>
              <a:srgbClr val="00C9A7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3200400" y="1005840"/>
            <a:ext cx="76200" cy="132588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337560" y="1078992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23% CAGR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291840" y="166420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8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ESG software growth through 2027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291840" y="202996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MAXIMIZE MARKET RESEARCH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126480" y="1005840"/>
            <a:ext cx="2743200" cy="1325880"/>
          </a:xfrm>
          <a:prstGeom prst="rect">
            <a:avLst/>
          </a:prstGeom>
          <a:gradFill rotWithShape="1">
            <a:gsLst>
              <a:gs pos="0">
                <a:srgbClr val="0F2318"/>
              </a:gs>
              <a:gs pos="100000">
                <a:srgbClr val="081510"/>
              </a:gs>
            </a:gsLst>
            <a:lin ang="5400000" scaled="0"/>
          </a:gradFill>
          <a:ln w="22860">
            <a:solidFill>
              <a:srgbClr val="22C55E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6126480" y="1005840"/>
            <a:ext cx="76200" cy="1325880"/>
          </a:xfrm>
          <a:prstGeom prst="rect">
            <a:avLst/>
          </a:prstGeom>
          <a:solidFill>
            <a:srgbClr val="22C55E"/>
          </a:solidFill>
          <a:ln w="2286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263640" y="1078992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500M+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217920" y="166420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8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Smartphone users in India — mobile-first opportunity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217920" y="202996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TRAI 2023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74320" y="2468880"/>
            <a:ext cx="4114800" cy="2148840"/>
          </a:xfrm>
          <a:prstGeom prst="rect">
            <a:avLst/>
          </a:prstGeom>
          <a:gradFill rotWithShape="1">
            <a:gsLst>
              <a:gs pos="0">
                <a:srgbClr val="0F2318"/>
              </a:gs>
              <a:gs pos="100000">
                <a:srgbClr val="081510"/>
              </a:gs>
            </a:gsLst>
            <a:lin ang="5400000" scaled="0"/>
          </a:gradFill>
          <a:ln w="22860">
            <a:solidFill>
              <a:srgbClr val="16A34A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11480" y="254203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🎯  Target Users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294436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Students &amp; young professionals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32918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 Corporates — ESG reporting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363931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🌿  NGOs &amp; sustainability orgs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398678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🏛️  Government institutions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63440" y="2468880"/>
            <a:ext cx="4206240" cy="2148840"/>
          </a:xfrm>
          <a:prstGeom prst="rect">
            <a:avLst/>
          </a:prstGeom>
          <a:gradFill rotWithShape="1">
            <a:gsLst>
              <a:gs pos="0">
                <a:srgbClr val="0F2318"/>
              </a:gs>
              <a:gs pos="100000">
                <a:srgbClr val="081510"/>
              </a:gs>
            </a:gsLst>
            <a:lin ang="5400000" scaled="0"/>
          </a:gradFill>
          <a:ln w="12700">
            <a:solidFill>
              <a:srgbClr val="00C9A7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800600" y="254203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📜  Policy 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00600" y="294436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CCUS Policy 2023 mandates carbon reporting for large industries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00600" y="329184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 Star Rating expanding to consumer appliances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00600" y="363931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2070 Net Zero pledge drives awareness campaigns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00600" y="398678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Paris Agreement NDC: 45% emissions reduction by 2030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71209"/>
          </a:solidFill>
          <a:ln w="12700">
            <a:solidFill>
              <a:srgbClr val="07120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228600" y="491032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C55E"/>
                </a:solidFill>
              </a:rPr>
              <a:t>EcoTrack AI 🌿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60F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8FA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🛣️  What's Next for EcoTrack AI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73152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overcome &amp; features on the horizon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114800" cy="3749040"/>
          </a:xfrm>
          <a:prstGeom prst="rect">
            <a:avLst/>
          </a:prstGeom>
          <a:gradFill rotWithShape="1">
            <a:gsLst>
              <a:gs pos="0">
                <a:srgbClr val="0F2318"/>
              </a:gs>
              <a:gs pos="100000">
                <a:srgbClr val="081510"/>
              </a:gs>
            </a:gsLst>
            <a:lin ang="5400000" scaled="0"/>
          </a:gradFill>
          <a:ln w="22860">
            <a:solidFill>
              <a:srgbClr val="F97316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76200" cy="3749040"/>
          </a:xfrm>
          <a:prstGeom prst="rect">
            <a:avLst/>
          </a:prstGeom>
          <a:solidFill>
            <a:srgbClr val="F97316"/>
          </a:solidFill>
          <a:ln w="2286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102412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⚔️  Challenges Faced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481328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8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Sourcing accurate India-specific emission data across all categories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139696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8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Building reliable ML regression model with limited initial training data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798064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8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Bilingual (Hindi/English) NLP for AI chat interface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456432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8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Real-time API rate management with Gemini and Twilio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960120"/>
            <a:ext cx="4206240" cy="3749040"/>
          </a:xfrm>
          <a:prstGeom prst="rect">
            <a:avLst/>
          </a:prstGeom>
          <a:gradFill rotWithShape="1">
            <a:gsLst>
              <a:gs pos="0">
                <a:srgbClr val="0F2318"/>
              </a:gs>
              <a:gs pos="100000">
                <a:srgbClr val="081510"/>
              </a:gs>
            </a:gsLst>
            <a:lin ang="5400000" scaled="0"/>
          </a:gradFill>
          <a:ln w="22860">
            <a:solidFill>
              <a:srgbClr val="22C55E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4663440" y="960120"/>
            <a:ext cx="76200" cy="3749040"/>
          </a:xfrm>
          <a:prstGeom prst="rect">
            <a:avLst/>
          </a:prstGeom>
          <a:solidFill>
            <a:srgbClr val="22C55E"/>
          </a:solidFill>
          <a:ln w="2286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828032" y="102412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🚀  Future Roadmap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28032" y="1481328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8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 AI food scanner via camera (image recognition)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28032" y="2121408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8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 B2B corporate ESG reporting dashboard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28032" y="2761488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8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🛰️  IoT sensor integration for real-time home energy tracking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28032" y="3401568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8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🪙  Blockchain-based carbon credit NFTs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28032" y="4041648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8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Expansion to Southeast Asia emission factors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71209"/>
          </a:solidFill>
          <a:ln w="12700">
            <a:solidFill>
              <a:srgbClr val="07120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228600" y="491032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C55E"/>
                </a:solidFill>
              </a:rPr>
              <a:t>EcoTrack AI 🌿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60F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0" y="182880"/>
            <a:ext cx="3657600" cy="3657600"/>
          </a:xfrm>
          <a:prstGeom prst="ellipse">
            <a:avLst/>
          </a:prstGeom>
          <a:solidFill>
            <a:srgbClr val="1A7A3A">
              <a:alpha val="25000"/>
            </a:srgbClr>
          </a:solidFill>
          <a:ln w="12700">
            <a:solidFill>
              <a:srgbClr val="1A7A3A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22860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8FA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🌿  Join the Green Revolution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1051560"/>
          </a:xfrm>
          <a:prstGeom prst="rect">
            <a:avLst/>
          </a:prstGeom>
          <a:gradFill rotWithShape="1">
            <a:gsLst>
              <a:gs pos="0">
                <a:srgbClr val="0F2318"/>
              </a:gs>
              <a:gs pos="100000">
                <a:srgbClr val="081510"/>
              </a:gs>
            </a:gsLst>
            <a:lin ang="5400000" scaled="0"/>
          </a:gradFill>
          <a:ln w="22860">
            <a:solidFill>
              <a:srgbClr val="22C55E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76200" cy="1051560"/>
          </a:xfrm>
          <a:prstGeom prst="rect">
            <a:avLst/>
          </a:prstGeom>
          <a:solidFill>
            <a:srgbClr val="22C55E"/>
          </a:solidFill>
          <a:ln w="2286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40080" y="987552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If 1 million Indians reduce their footprint by just 1 kg/day → 365,000 tonnes CO₂ saved/year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35331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Equivalent to planting 17 million trees 🌳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8229600" cy="566928"/>
          </a:xfrm>
          <a:prstGeom prst="rect">
            <a:avLst/>
          </a:prstGeom>
          <a:gradFill rotWithShape="1">
            <a:gsLst>
              <a:gs pos="0">
                <a:srgbClr val="0F2318"/>
              </a:gs>
              <a:gs pos="100000">
                <a:srgbClr val="081510"/>
              </a:gs>
            </a:gsLst>
            <a:lin ang="5400000" scaled="0"/>
          </a:gradFill>
          <a:ln w="22860">
            <a:solidFill>
              <a:srgbClr val="F59E0B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40080" y="2121408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needs 455 GW of renewable energy by 2030 — individual awareness is the critical first step  (MNRE Target)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814066"/>
            <a:ext cx="8229600" cy="1652778"/>
          </a:xfrm>
          <a:prstGeom prst="rect">
            <a:avLst/>
          </a:prstGeom>
          <a:gradFill rotWithShape="1">
            <a:gsLst>
              <a:gs pos="0">
                <a:srgbClr val="0F2318"/>
              </a:gs>
              <a:gs pos="100000">
                <a:srgbClr val="081510"/>
              </a:gs>
            </a:gsLst>
            <a:lin ang="5400000" scaled="0"/>
          </a:gradFill>
          <a:ln w="22860">
            <a:solidFill>
              <a:srgbClr val="F59E0B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9" name="Shape 17"/>
          <p:cNvSpPr/>
          <p:nvPr/>
        </p:nvSpPr>
        <p:spPr>
          <a:xfrm>
            <a:off x="457200" y="2814066"/>
            <a:ext cx="76200" cy="1616202"/>
          </a:xfrm>
          <a:prstGeom prst="rect">
            <a:avLst/>
          </a:prstGeom>
          <a:solidFill>
            <a:srgbClr val="F59E0B"/>
          </a:solidFill>
          <a:ln w="2286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84632" y="2814066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📱  QR Code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43709" y="363695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8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Scan to Demo </a:t>
            </a:r>
            <a:r>
              <a:rPr lang="en-US" sz="2000" dirty="0" smtClean="0">
                <a:solidFill>
                  <a:srgbClr val="F8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]</a:t>
            </a:r>
          </a:p>
          <a:p>
            <a:pPr marL="0" indent="0">
              <a:buNone/>
            </a:pPr>
            <a:r>
              <a:rPr lang="en-US" sz="1200" dirty="0" smtClean="0">
                <a:solidFill>
                  <a:srgbClr val="F8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this website in desktop mode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74320" y="4466844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❤️ for a Greener Tomorrow  •  EcoTrack AI © 2026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74320" y="422452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71209"/>
          </a:solidFill>
          <a:ln w="12700">
            <a:solidFill>
              <a:srgbClr val="07120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228600" y="491032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C55E"/>
                </a:solidFill>
              </a:rPr>
              <a:t>EcoTrack AI 🌿</a:t>
            </a:r>
            <a:endParaRPr lang="en-US" sz="9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C277989-8A8D-E992-AB96-0BE275281A8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933" t="23467" r="20667" b="25956"/>
          <a:stretch>
            <a:fillRect/>
          </a:stretch>
        </p:blipFill>
        <p:spPr>
          <a:xfrm>
            <a:off x="4553709" y="2814066"/>
            <a:ext cx="2798066" cy="164577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1132</Words>
  <Application>Microsoft Office PowerPoint</Application>
  <PresentationFormat>On-screen Show (16:9)</PresentationFormat>
  <Paragraphs>268</Paragraphs>
  <Slides>15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EcoTrack AI — Carbon Footprint Intelligence Platform</dc:title>
  <dc:subject>PptxGenJS Presentation</dc:subject>
  <dc:creator>PptxGenJS</dc:creator>
  <cp:lastModifiedBy>DELL</cp:lastModifiedBy>
  <cp:revision>5</cp:revision>
  <dcterms:created xsi:type="dcterms:W3CDTF">2026-03-08T09:24:32Z</dcterms:created>
  <dcterms:modified xsi:type="dcterms:W3CDTF">2026-03-25T05:26:46Z</dcterms:modified>
</cp:coreProperties>
</file>